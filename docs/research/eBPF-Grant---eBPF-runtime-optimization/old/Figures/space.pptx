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279" d="100"/>
          <a:sy n="279" d="100"/>
        </p:scale>
        <p:origin x="-3048" y="-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751E-1834-F044-B86E-574DD046C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30CE1-2489-CA44-A69D-74644312D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1B096-209E-B34C-98B0-21369EFEE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AD073-BDCD-444F-B53E-AA834E34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9DC4-750A-A248-97D5-0B6DB46B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0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19FC-C3D4-E24E-BAD0-7D782769D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1D361-27C3-104F-BEA4-7232172A1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E36C3-8710-9840-B485-14491704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BAE66-CC0F-6849-94F9-C065C299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68693-D6A8-1A43-8D84-DF25D48C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8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163D-5C6A-E141-9AE0-450DDBC9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E5F7E-01E1-9841-A8E4-9BD7881FA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EF651-095B-5F4D-A241-AED3E9235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45591-8482-3946-9B86-188FA264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5D649-D4D6-1E4F-BA15-80C78E31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2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EC3B-042D-7A42-85F1-9BA5A4B7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D196-1BFE-184D-BFE1-0E2825594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D9F2B-4227-9444-A8CE-F82538521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9FF5A-BD89-DC4B-B594-A1238105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C485A-F7F7-964D-9DDA-6DAAD02F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97F6E-7A80-5549-9A4B-5B808243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6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9415-5835-2644-8D22-134810A9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C5E75-F47F-074B-B7C8-A718CAED2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676DB-10A2-2542-9E0E-F67E4BC39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46505-F9D4-904B-B5E6-394C1ED3A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20BEC-A7F1-3644-A470-9CA3FE50A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94A2E0-C59C-C34D-93FE-A7BB8586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11DF9-10EE-DA4C-8C54-90B66C92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B17BB-455A-2041-826B-E0917386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0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5E13-3F4D-D04E-8000-22440478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0306A-B6EC-0347-B07C-D0888357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22149-FD99-1441-BA53-F21363AA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A6F82-DD4E-3344-A1D6-FACF27A1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5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2EF8F-7363-1D4B-80FC-655DB3F0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5E190-EC8A-DE4C-B6BC-018DA8A6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2B395-F27B-6D4E-BD99-1F3897A9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5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73E7-9C2B-7940-AF7F-DA5B9E6A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9EFA-847E-E94A-BC5E-8E647CA18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E6B87-FE25-C942-B36F-B4DA49E04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FA7BA-982B-FA47-80E3-2FA97966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E3B69-06EF-2C46-A818-01A57B54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19D37-6BD5-FD40-AC94-10ED1A26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53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6C99-5D52-AA40-87F2-D117B07D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40BE-1594-A64C-86A7-465204442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EB22B-435E-8B47-BC33-9FBC11D98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4CC5F-AA05-8647-B04E-8D631469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FFA9E-2718-3E4F-834D-FA0F06A1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0252C-3FA7-0548-82AB-3DE3D57E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5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1835A-4D3D-6448-A644-B17AFE79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7C5A0-A2CA-674D-A517-737AAE565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7DDB5-9CCC-E94E-AEA2-8E818A650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3ABB9-894E-E947-8BA3-F2C9D575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D3D1A-B431-1B4F-9A7D-68D2C292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4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08E43-DCF4-174C-8B96-F9D8AC6DB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9D977-54E3-284E-B4ED-88F61D26C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1A59-3FD6-9F4D-9DCF-93172F1F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26F86-1389-C742-BC0B-B6759C10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084F2-03CA-CD48-B278-583E90E7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3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A6BCF-5FA2-E146-B46A-D21E3FE8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8B028-0F27-9741-967D-9385A30F8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BD0C-2D99-0440-80F2-4E81013C7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181FD-D150-5542-8963-FD58E9C49E47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34A31-88AE-C848-ADBF-F5D609F85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EA90C-9A22-6E4D-99DA-AC24E36B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01C41-58F4-4F4E-A994-FF6A81EFA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5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AE8ECF-E58C-BB44-9280-EB7048E13F86}"/>
              </a:ext>
            </a:extLst>
          </p:cNvPr>
          <p:cNvCxnSpPr>
            <a:cxnSpLocks/>
          </p:cNvCxnSpPr>
          <p:nvPr/>
        </p:nvCxnSpPr>
        <p:spPr>
          <a:xfrm flipV="1">
            <a:off x="3090672" y="1490967"/>
            <a:ext cx="0" cy="19928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25D9FD-E17D-F44D-91BC-8E688F9CB6E1}"/>
              </a:ext>
            </a:extLst>
          </p:cNvPr>
          <p:cNvCxnSpPr>
            <a:cxnSpLocks/>
          </p:cNvCxnSpPr>
          <p:nvPr/>
        </p:nvCxnSpPr>
        <p:spPr>
          <a:xfrm>
            <a:off x="3090672" y="3483864"/>
            <a:ext cx="321868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33A84D4-5956-AA4D-8AED-308B8DFB6C3F}"/>
              </a:ext>
            </a:extLst>
          </p:cNvPr>
          <p:cNvSpPr/>
          <p:nvPr/>
        </p:nvSpPr>
        <p:spPr>
          <a:xfrm>
            <a:off x="3197743" y="1490967"/>
            <a:ext cx="1044713" cy="55165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F664E9-BAE3-0341-BD75-3924E61CFF59}"/>
              </a:ext>
            </a:extLst>
          </p:cNvPr>
          <p:cNvSpPr/>
          <p:nvPr/>
        </p:nvSpPr>
        <p:spPr>
          <a:xfrm>
            <a:off x="3562918" y="2004473"/>
            <a:ext cx="1044713" cy="55165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B3479A-A3B4-5641-BA4F-74E57404EDD1}"/>
              </a:ext>
            </a:extLst>
          </p:cNvPr>
          <p:cNvSpPr/>
          <p:nvPr/>
        </p:nvSpPr>
        <p:spPr>
          <a:xfrm>
            <a:off x="5396311" y="2900854"/>
            <a:ext cx="1044713" cy="55165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2C06B-9248-F447-9814-2A3DAD610A0A}"/>
              </a:ext>
            </a:extLst>
          </p:cNvPr>
          <p:cNvSpPr txBox="1"/>
          <p:nvPr/>
        </p:nvSpPr>
        <p:spPr>
          <a:xfrm>
            <a:off x="4069396" y="3461004"/>
            <a:ext cx="1261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Effectiveness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8364CD-0722-4E45-B614-555ACD41E271}"/>
              </a:ext>
            </a:extLst>
          </p:cNvPr>
          <p:cNvSpPr/>
          <p:nvPr/>
        </p:nvSpPr>
        <p:spPr>
          <a:xfrm>
            <a:off x="5264647" y="1715224"/>
            <a:ext cx="1044713" cy="55165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08ADE6-ACC2-E64A-B806-DD989CA8B6A0}"/>
              </a:ext>
            </a:extLst>
          </p:cNvPr>
          <p:cNvSpPr txBox="1"/>
          <p:nvPr/>
        </p:nvSpPr>
        <p:spPr>
          <a:xfrm rot="16200000">
            <a:off x="2458521" y="2264660"/>
            <a:ext cx="978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86743-659E-5343-B18D-59B1573BD259}"/>
              </a:ext>
            </a:extLst>
          </p:cNvPr>
          <p:cNvSpPr txBox="1"/>
          <p:nvPr/>
        </p:nvSpPr>
        <p:spPr>
          <a:xfrm>
            <a:off x="3241366" y="1500110"/>
            <a:ext cx="971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Synthesis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85299-986C-DD4A-AA6A-2D6D7BD2B65E}"/>
              </a:ext>
            </a:extLst>
          </p:cNvPr>
          <p:cNvSpPr txBox="1"/>
          <p:nvPr/>
        </p:nvSpPr>
        <p:spPr>
          <a:xfrm>
            <a:off x="3747689" y="2112992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2B706D-CADB-9344-BB8E-CB06BB5B22B2}"/>
              </a:ext>
            </a:extLst>
          </p:cNvPr>
          <p:cNvSpPr txBox="1"/>
          <p:nvPr/>
        </p:nvSpPr>
        <p:spPr>
          <a:xfrm>
            <a:off x="5350591" y="1698453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B673FA-283A-624D-8D9C-921693D7419D}"/>
              </a:ext>
            </a:extLst>
          </p:cNvPr>
          <p:cNvSpPr txBox="1"/>
          <p:nvPr/>
        </p:nvSpPr>
        <p:spPr>
          <a:xfrm>
            <a:off x="5512946" y="2907714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Record/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Replay</a:t>
            </a:r>
          </a:p>
        </p:txBody>
      </p:sp>
    </p:spTree>
    <p:extLst>
      <p:ext uri="{BB962C8B-B14F-4D97-AF65-F5344CB8AC3E}">
        <p14:creationId xmlns:p14="http://schemas.microsoft.com/office/powerpoint/2010/main" val="181012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10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Baris Kasikci</dc:creator>
  <cp:lastModifiedBy>Baris Kasikci</cp:lastModifiedBy>
  <cp:revision>7</cp:revision>
  <cp:lastPrinted>2019-06-25T02:18:19Z</cp:lastPrinted>
  <dcterms:created xsi:type="dcterms:W3CDTF">2019-06-23T23:18:27Z</dcterms:created>
  <dcterms:modified xsi:type="dcterms:W3CDTF">2019-07-10T17:48:36Z</dcterms:modified>
</cp:coreProperties>
</file>