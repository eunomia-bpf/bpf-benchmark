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/>
    <p:restoredTop sz="94647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4231-DF4C-FB49-989F-D2B2D9649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A1E5D-2644-794A-8A23-D999336B6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05459-9A7A-6B48-AD46-3A552790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8453B-B9D9-6F43-9295-35FF0E33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E35E-7C11-FF40-A575-C8588FF1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5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A431-8DDB-1743-B649-1596694F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DEBC-F5ED-1448-AD3E-2BE45840F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4A383-B7F3-2643-938A-310A2412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4A3D2-02A1-D040-B32A-41CA9627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FF2B-F2E9-4F46-A3CF-9EF43879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8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86CD-E42F-274B-B4A5-50163A611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7E37A-301A-BA42-BEA7-799442F7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22BF-E12F-AD4D-932E-36829130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076D3-A206-E340-9F99-2AB65730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49D24-F834-E64E-B1BE-7344FB74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3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AC9B4-4020-9D46-BB4B-2C68D153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F2A2C-F663-414E-A96D-A092BA506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2D918-FAEF-F849-B0FB-9C9FD46FA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37315-81DA-DB4B-BC16-A490F3AD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458E9-2BA9-F046-93F1-2B27D97D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CBE98-B455-F84C-8F6C-ABC0175F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03A7-E418-4B43-8869-C18C2C37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303E-2E77-414E-81C7-BF7D2F190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8E24D-7C36-DF42-AF96-C8F1FC6FD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60FBF6-0491-DC42-B33A-5F7FE3EC4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407B6-DBA6-5D43-8CDB-B3D0A5961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82AAB-4F8C-F64C-A53F-6D35F2D3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7F6833-2872-5147-A150-DA66FC07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B107C-755F-7E45-A37B-9CA5026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6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274D-1C81-0148-B2DB-D76754A8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334B9-C794-6A41-B7CD-4AB74AE6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C879C-505C-E447-A37E-5C7AB849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1EECF-39D2-FC45-9812-D28A4B99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4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05670-350A-4A4C-AE73-1E1F83CE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F28E0-4D47-254B-B3E4-5288E740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D2C21-26BF-004E-8E34-41CAA956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07B96-93D5-7E41-BBEA-7ABB691E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EB74-8CEC-E04F-9FD6-B12D09132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B0F65-7071-2D48-8CE8-BCDE36E0C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A84E0-9AF8-514C-86BE-88D8921E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2A0ED-85D9-8849-BE44-3180EB1E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B8552-C2A0-4241-ADF7-5BACD519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0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05B6-6678-704E-B199-BDE1639F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DCB64-3572-2346-AE0A-AE78AECA6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F2B43-1697-A04A-93F2-AD8FB0D7F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062CC-6CC8-BA42-A94F-AF18F68E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20396-A164-C543-9F50-A92D17CB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03B81-C6F6-F64A-80E4-C642F96B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6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A9CB-DFB0-F740-8318-40B428F5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A956F-7E58-6F43-8F20-AB116D6AC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9B6F4-CC5E-CC45-A512-CBC46693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8954-7F1C-3A46-864E-B8E11245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9C146-F78F-D34D-AA9A-4E0C4E1A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28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56814A-A9CA-D74E-9AF3-0A7A46D05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247A3-68D2-DC4B-8FAB-2F8903942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6B8D3-98C4-8949-8C4E-3FD60C94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834B8-B2C5-A748-A74E-A225A1CE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C4EFA-B11D-A449-9CAE-6548A36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7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160FB-768E-EC4B-8047-C70FDCDF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2FEED-969A-7B43-A9AC-6E033A18A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7CE47-FCA2-2348-8D08-358C6C7B5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321FF-5EA8-3942-966A-859663B21A4C}" type="datetimeFigureOut">
              <a:rPr lang="en-US" smtClean="0"/>
              <a:t>7/15/19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2466-3546-EA44-A421-6F81A0C9B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5ECA8-7655-5D42-B3B0-B0478B2B3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9710A-104D-8B41-9914-DC267416B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4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C032C163-5E8D-FB45-9286-6B8F6F3A5972}"/>
              </a:ext>
            </a:extLst>
          </p:cNvPr>
          <p:cNvCxnSpPr>
            <a:stCxn id="26" idx="3"/>
            <a:endCxn id="48" idx="1"/>
          </p:cNvCxnSpPr>
          <p:nvPr/>
        </p:nvCxnSpPr>
        <p:spPr>
          <a:xfrm flipV="1">
            <a:off x="4651514" y="2561846"/>
            <a:ext cx="181214" cy="253794"/>
          </a:xfrm>
          <a:prstGeom prst="curvedConnector3">
            <a:avLst>
              <a:gd name="adj1" fmla="val 2495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3976FF9D-3CF5-4F4D-8066-F8D973022872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4609377" y="2046678"/>
            <a:ext cx="233083" cy="13628"/>
          </a:xfrm>
          <a:prstGeom prst="curvedConnector3">
            <a:avLst>
              <a:gd name="adj1" fmla="val 50000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>
            <a:extLst>
              <a:ext uri="{FF2B5EF4-FFF2-40B4-BE49-F238E27FC236}">
                <a16:creationId xmlns:a16="http://schemas.microsoft.com/office/drawing/2014/main" id="{788B0BD6-52A8-294A-BFDC-A30B96BB04D9}"/>
              </a:ext>
            </a:extLst>
          </p:cNvPr>
          <p:cNvSpPr/>
          <p:nvPr/>
        </p:nvSpPr>
        <p:spPr>
          <a:xfrm>
            <a:off x="4387850" y="2073814"/>
            <a:ext cx="231775" cy="118109"/>
          </a:xfrm>
          <a:custGeom>
            <a:avLst/>
            <a:gdLst>
              <a:gd name="connsiteX0" fmla="*/ 146050 w 146050"/>
              <a:gd name="connsiteY0" fmla="*/ 0 h 92386"/>
              <a:gd name="connsiteX1" fmla="*/ 123825 w 146050"/>
              <a:gd name="connsiteY1" fmla="*/ 41275 h 92386"/>
              <a:gd name="connsiteX2" fmla="*/ 117475 w 146050"/>
              <a:gd name="connsiteY2" fmla="*/ 50800 h 92386"/>
              <a:gd name="connsiteX3" fmla="*/ 107950 w 146050"/>
              <a:gd name="connsiteY3" fmla="*/ 57150 h 92386"/>
              <a:gd name="connsiteX4" fmla="*/ 98425 w 146050"/>
              <a:gd name="connsiteY4" fmla="*/ 66675 h 92386"/>
              <a:gd name="connsiteX5" fmla="*/ 88900 w 146050"/>
              <a:gd name="connsiteY5" fmla="*/ 69850 h 92386"/>
              <a:gd name="connsiteX6" fmla="*/ 79375 w 146050"/>
              <a:gd name="connsiteY6" fmla="*/ 76200 h 92386"/>
              <a:gd name="connsiteX7" fmla="*/ 66675 w 146050"/>
              <a:gd name="connsiteY7" fmla="*/ 79375 h 92386"/>
              <a:gd name="connsiteX8" fmla="*/ 44450 w 146050"/>
              <a:gd name="connsiteY8" fmla="*/ 85725 h 92386"/>
              <a:gd name="connsiteX9" fmla="*/ 28575 w 146050"/>
              <a:gd name="connsiteY9" fmla="*/ 88900 h 92386"/>
              <a:gd name="connsiteX10" fmla="*/ 19050 w 146050"/>
              <a:gd name="connsiteY10" fmla="*/ 92075 h 92386"/>
              <a:gd name="connsiteX11" fmla="*/ 0 w 146050"/>
              <a:gd name="connsiteY11" fmla="*/ 92075 h 92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6050" h="92386">
                <a:moveTo>
                  <a:pt x="146050" y="0"/>
                </a:moveTo>
                <a:cubicBezTo>
                  <a:pt x="133519" y="29240"/>
                  <a:pt x="140996" y="15519"/>
                  <a:pt x="123825" y="41275"/>
                </a:cubicBezTo>
                <a:cubicBezTo>
                  <a:pt x="121708" y="44450"/>
                  <a:pt x="120650" y="48683"/>
                  <a:pt x="117475" y="50800"/>
                </a:cubicBezTo>
                <a:cubicBezTo>
                  <a:pt x="114300" y="52917"/>
                  <a:pt x="110881" y="54707"/>
                  <a:pt x="107950" y="57150"/>
                </a:cubicBezTo>
                <a:cubicBezTo>
                  <a:pt x="104501" y="60025"/>
                  <a:pt x="102161" y="64184"/>
                  <a:pt x="98425" y="66675"/>
                </a:cubicBezTo>
                <a:cubicBezTo>
                  <a:pt x="95640" y="68531"/>
                  <a:pt x="91893" y="68353"/>
                  <a:pt x="88900" y="69850"/>
                </a:cubicBezTo>
                <a:cubicBezTo>
                  <a:pt x="85487" y="71557"/>
                  <a:pt x="82882" y="74697"/>
                  <a:pt x="79375" y="76200"/>
                </a:cubicBezTo>
                <a:cubicBezTo>
                  <a:pt x="75364" y="77919"/>
                  <a:pt x="70871" y="78176"/>
                  <a:pt x="66675" y="79375"/>
                </a:cubicBezTo>
                <a:cubicBezTo>
                  <a:pt x="48113" y="84679"/>
                  <a:pt x="66783" y="80762"/>
                  <a:pt x="44450" y="85725"/>
                </a:cubicBezTo>
                <a:cubicBezTo>
                  <a:pt x="39182" y="86896"/>
                  <a:pt x="33810" y="87591"/>
                  <a:pt x="28575" y="88900"/>
                </a:cubicBezTo>
                <a:cubicBezTo>
                  <a:pt x="25328" y="89712"/>
                  <a:pt x="22376" y="91705"/>
                  <a:pt x="19050" y="92075"/>
                </a:cubicBezTo>
                <a:cubicBezTo>
                  <a:pt x="12739" y="92776"/>
                  <a:pt x="6350" y="92075"/>
                  <a:pt x="0" y="92075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AE00F-A2F7-D448-A52C-A02F8C1623E2}"/>
              </a:ext>
            </a:extLst>
          </p:cNvPr>
          <p:cNvSpPr txBox="1"/>
          <p:nvPr/>
        </p:nvSpPr>
        <p:spPr>
          <a:xfrm>
            <a:off x="1088136" y="969264"/>
            <a:ext cx="252825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void foo(</a:t>
            </a:r>
            <a:r>
              <a:rPr lang="en-US" dirty="0" err="1">
                <a:latin typeface="Courier" pitchFamily="2" charset="0"/>
              </a:rPr>
              <a:t>int</a:t>
            </a:r>
            <a:r>
              <a:rPr lang="en-US" dirty="0">
                <a:latin typeface="Courier" pitchFamily="2" charset="0"/>
              </a:rPr>
              <a:t> x) {</a:t>
            </a:r>
          </a:p>
          <a:p>
            <a:r>
              <a:rPr lang="en-US" dirty="0">
                <a:latin typeface="Courier" pitchFamily="2" charset="0"/>
              </a:rPr>
              <a:t>  …</a:t>
            </a:r>
          </a:p>
          <a:p>
            <a:r>
              <a:rPr lang="en-US" dirty="0">
                <a:latin typeface="Courier" pitchFamily="2" charset="0"/>
              </a:rPr>
              <a:t>  x = 3*x;</a:t>
            </a:r>
          </a:p>
          <a:p>
            <a:r>
              <a:rPr lang="en-US" dirty="0">
                <a:latin typeface="Courier" pitchFamily="2" charset="0"/>
              </a:rPr>
              <a:t>  …</a:t>
            </a:r>
          </a:p>
          <a:p>
            <a:r>
              <a:rPr lang="en-US" dirty="0">
                <a:latin typeface="Courier" pitchFamily="2" charset="0"/>
              </a:rPr>
              <a:t>  …</a:t>
            </a:r>
          </a:p>
          <a:p>
            <a:r>
              <a:rPr lang="en-US" dirty="0">
                <a:latin typeface="Courier" pitchFamily="2" charset="0"/>
              </a:rPr>
              <a:t>  …</a:t>
            </a:r>
          </a:p>
          <a:p>
            <a:r>
              <a:rPr lang="en-US" dirty="0">
                <a:latin typeface="Courier" pitchFamily="2" charset="0"/>
              </a:rPr>
              <a:t>  if (x&lt;10) {</a:t>
            </a:r>
          </a:p>
          <a:p>
            <a:r>
              <a:rPr lang="en-US" dirty="0">
                <a:latin typeface="Courier" pitchFamily="2" charset="0"/>
              </a:rPr>
              <a:t>    …</a:t>
            </a:r>
          </a:p>
          <a:p>
            <a:r>
              <a:rPr lang="en-US" dirty="0">
                <a:latin typeface="Courier" pitchFamily="2" charset="0"/>
              </a:rPr>
              <a:t>  }</a:t>
            </a:r>
          </a:p>
          <a:p>
            <a:r>
              <a:rPr lang="en-US" dirty="0">
                <a:latin typeface="Courier" pitchFamily="2" charset="0"/>
              </a:rPr>
              <a:t>…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6B1CA7-8D03-9E43-B8C1-960CFD708C26}"/>
              </a:ext>
            </a:extLst>
          </p:cNvPr>
          <p:cNvGrpSpPr/>
          <p:nvPr/>
        </p:nvGrpSpPr>
        <p:grpSpPr>
          <a:xfrm>
            <a:off x="4012574" y="1136469"/>
            <a:ext cx="1398598" cy="1825040"/>
            <a:chOff x="4476306" y="1123406"/>
            <a:chExt cx="1398598" cy="182504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63A3521-59D2-EA49-91FD-6A172CCA7992}"/>
                </a:ext>
              </a:extLst>
            </p:cNvPr>
            <p:cNvCxnSpPr>
              <a:cxnSpLocks/>
            </p:cNvCxnSpPr>
            <p:nvPr/>
          </p:nvCxnSpPr>
          <p:spPr>
            <a:xfrm>
              <a:off x="5074417" y="1123406"/>
              <a:ext cx="503" cy="167917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5BE9201-1F28-A74F-BD7E-4645A4AF5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6306" y="2802577"/>
              <a:ext cx="139859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A68E074-D0DF-1E40-8327-2AAC17D3297C}"/>
                </a:ext>
              </a:extLst>
            </p:cNvPr>
            <p:cNvCxnSpPr>
              <a:cxnSpLocks/>
            </p:cNvCxnSpPr>
            <p:nvPr/>
          </p:nvCxnSpPr>
          <p:spPr>
            <a:xfrm>
              <a:off x="5861206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DB81946-0D28-8D46-960C-E9B75E42330D}"/>
                </a:ext>
              </a:extLst>
            </p:cNvPr>
            <p:cNvCxnSpPr>
              <a:cxnSpLocks/>
            </p:cNvCxnSpPr>
            <p:nvPr/>
          </p:nvCxnSpPr>
          <p:spPr>
            <a:xfrm>
              <a:off x="4482435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71602F-2BAE-1145-91B9-C9BEA316754C}"/>
              </a:ext>
            </a:extLst>
          </p:cNvPr>
          <p:cNvGrpSpPr/>
          <p:nvPr/>
        </p:nvGrpSpPr>
        <p:grpSpPr>
          <a:xfrm>
            <a:off x="4799058" y="2968040"/>
            <a:ext cx="1197231" cy="152400"/>
            <a:chOff x="4476304" y="2796046"/>
            <a:chExt cx="1197231" cy="1524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41EF44E-9E05-7040-BFE4-9FC7E12080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6304" y="2802577"/>
              <a:ext cx="119723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5CEB23-68E5-2C4F-8580-DCA18D4A7EC0}"/>
                </a:ext>
              </a:extLst>
            </p:cNvPr>
            <p:cNvCxnSpPr>
              <a:cxnSpLocks/>
            </p:cNvCxnSpPr>
            <p:nvPr/>
          </p:nvCxnSpPr>
          <p:spPr>
            <a:xfrm>
              <a:off x="5660171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2114879-ACE9-6C4C-A231-01FABCC05C23}"/>
                </a:ext>
              </a:extLst>
            </p:cNvPr>
            <p:cNvCxnSpPr>
              <a:cxnSpLocks/>
            </p:cNvCxnSpPr>
            <p:nvPr/>
          </p:nvCxnSpPr>
          <p:spPr>
            <a:xfrm>
              <a:off x="4488966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B5828B-AEC0-8742-BED2-6B14B9AAC1BE}"/>
              </a:ext>
            </a:extLst>
          </p:cNvPr>
          <p:cNvGrpSpPr/>
          <p:nvPr/>
        </p:nvGrpSpPr>
        <p:grpSpPr>
          <a:xfrm>
            <a:off x="5758301" y="3113909"/>
            <a:ext cx="476135" cy="135478"/>
            <a:chOff x="4476304" y="2796046"/>
            <a:chExt cx="1197231" cy="1524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EE4F43E-1224-9146-9E04-D36AEE55E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6304" y="2802577"/>
              <a:ext cx="119723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ED0C683-AC51-D144-87BA-1538EE89A56E}"/>
                </a:ext>
              </a:extLst>
            </p:cNvPr>
            <p:cNvCxnSpPr>
              <a:cxnSpLocks/>
            </p:cNvCxnSpPr>
            <p:nvPr/>
          </p:nvCxnSpPr>
          <p:spPr>
            <a:xfrm>
              <a:off x="5660171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16AF2D9-25BD-5F46-9AA9-4AADB680B7DD}"/>
                </a:ext>
              </a:extLst>
            </p:cNvPr>
            <p:cNvCxnSpPr>
              <a:cxnSpLocks/>
            </p:cNvCxnSpPr>
            <p:nvPr/>
          </p:nvCxnSpPr>
          <p:spPr>
            <a:xfrm>
              <a:off x="4492326" y="2796046"/>
              <a:ext cx="0" cy="1524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0700FC5-F3B9-0044-B035-C1EED1FBC353}"/>
              </a:ext>
            </a:extLst>
          </p:cNvPr>
          <p:cNvSpPr/>
          <p:nvPr/>
        </p:nvSpPr>
        <p:spPr>
          <a:xfrm>
            <a:off x="4570860" y="2775918"/>
            <a:ext cx="80654" cy="794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8F21DA-0A29-4246-AB58-58A433ACE67A}"/>
              </a:ext>
            </a:extLst>
          </p:cNvPr>
          <p:cNvSpPr/>
          <p:nvPr/>
        </p:nvSpPr>
        <p:spPr>
          <a:xfrm>
            <a:off x="5355368" y="2928318"/>
            <a:ext cx="80654" cy="794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522966-A545-8E4C-B250-D2463CD5DEB9}"/>
              </a:ext>
            </a:extLst>
          </p:cNvPr>
          <p:cNvSpPr/>
          <p:nvPr/>
        </p:nvSpPr>
        <p:spPr>
          <a:xfrm>
            <a:off x="5936656" y="3078537"/>
            <a:ext cx="80654" cy="794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2C7AF1-F787-6041-8A23-0E486294814F}"/>
              </a:ext>
            </a:extLst>
          </p:cNvPr>
          <p:cNvSpPr/>
          <p:nvPr/>
        </p:nvSpPr>
        <p:spPr>
          <a:xfrm>
            <a:off x="3970470" y="2925585"/>
            <a:ext cx="97971" cy="9797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7B5A6CF-0E4A-0E47-A464-699096C8BDA4}"/>
              </a:ext>
            </a:extLst>
          </p:cNvPr>
          <p:cNvSpPr/>
          <p:nvPr/>
        </p:nvSpPr>
        <p:spPr>
          <a:xfrm>
            <a:off x="4760605" y="3077985"/>
            <a:ext cx="97971" cy="9797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61900FF-6D32-AA4A-805F-A711583BC092}"/>
              </a:ext>
            </a:extLst>
          </p:cNvPr>
          <p:cNvSpPr/>
          <p:nvPr/>
        </p:nvSpPr>
        <p:spPr>
          <a:xfrm>
            <a:off x="5715687" y="3219534"/>
            <a:ext cx="97971" cy="9797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44E9E10-6B26-B04F-9001-8AF62F0B0F4A}"/>
              </a:ext>
            </a:extLst>
          </p:cNvPr>
          <p:cNvSpPr/>
          <p:nvPr/>
        </p:nvSpPr>
        <p:spPr>
          <a:xfrm>
            <a:off x="6180135" y="3219534"/>
            <a:ext cx="97971" cy="9797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1B33D-68E5-2B4F-A0AA-26453867DDD7}"/>
              </a:ext>
            </a:extLst>
          </p:cNvPr>
          <p:cNvSpPr txBox="1"/>
          <p:nvPr/>
        </p:nvSpPr>
        <p:spPr>
          <a:xfrm>
            <a:off x="3890785" y="969264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x=</a:t>
            </a:r>
            <a:r>
              <a:rPr lang="en-US" dirty="0"/>
              <a:t> </a:t>
            </a:r>
            <a:r>
              <a:rPr lang="el-GR" b="1" dirty="0"/>
              <a:t>λ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690CD6-C2CF-284B-A971-EA3151808235}"/>
              </a:ext>
            </a:extLst>
          </p:cNvPr>
          <p:cNvSpPr txBox="1"/>
          <p:nvPr/>
        </p:nvSpPr>
        <p:spPr>
          <a:xfrm>
            <a:off x="4630190" y="96781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pc= {}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660293-264C-5645-BCBC-4CFB5D189BCD}"/>
              </a:ext>
            </a:extLst>
          </p:cNvPr>
          <p:cNvSpPr txBox="1"/>
          <p:nvPr/>
        </p:nvSpPr>
        <p:spPr>
          <a:xfrm>
            <a:off x="3869862" y="1494088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x=</a:t>
            </a:r>
            <a:r>
              <a:rPr lang="en-US" dirty="0"/>
              <a:t> 3</a:t>
            </a:r>
            <a:r>
              <a:rPr lang="el-GR" b="1" dirty="0"/>
              <a:t>λ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C3BE3B-4042-1845-B85C-5E83BB13F654}"/>
              </a:ext>
            </a:extLst>
          </p:cNvPr>
          <p:cNvSpPr txBox="1"/>
          <p:nvPr/>
        </p:nvSpPr>
        <p:spPr>
          <a:xfrm>
            <a:off x="4630189" y="1465285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pc= {}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16FDD3-097A-2143-9E0A-6FE81702EFB7}"/>
              </a:ext>
            </a:extLst>
          </p:cNvPr>
          <p:cNvSpPr/>
          <p:nvPr/>
        </p:nvSpPr>
        <p:spPr>
          <a:xfrm>
            <a:off x="4568228" y="2025120"/>
            <a:ext cx="80654" cy="794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7EEB71-2270-494C-9A28-E8C9A6C27E5F}"/>
              </a:ext>
            </a:extLst>
          </p:cNvPr>
          <p:cNvSpPr txBox="1"/>
          <p:nvPr/>
        </p:nvSpPr>
        <p:spPr>
          <a:xfrm>
            <a:off x="4842460" y="1785068"/>
            <a:ext cx="1119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unexplored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EF7236-D15A-7546-9F80-0ACDE040FB82}"/>
              </a:ext>
            </a:extLst>
          </p:cNvPr>
          <p:cNvSpPr txBox="1"/>
          <p:nvPr/>
        </p:nvSpPr>
        <p:spPr>
          <a:xfrm>
            <a:off x="4832728" y="2300236"/>
            <a:ext cx="920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explored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09D299-275E-5946-B96A-533F41D2487F}"/>
              </a:ext>
            </a:extLst>
          </p:cNvPr>
          <p:cNvCxnSpPr/>
          <p:nvPr/>
        </p:nvCxnSpPr>
        <p:spPr>
          <a:xfrm>
            <a:off x="3616392" y="1152479"/>
            <a:ext cx="196851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152294F-AC03-9C49-85E0-41B9C772E3F8}"/>
              </a:ext>
            </a:extLst>
          </p:cNvPr>
          <p:cNvCxnSpPr>
            <a:cxnSpLocks/>
          </p:cNvCxnSpPr>
          <p:nvPr/>
        </p:nvCxnSpPr>
        <p:spPr>
          <a:xfrm>
            <a:off x="2723745" y="1693097"/>
            <a:ext cx="108949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C8112C1-A65C-3F4B-A37B-5C459AE946C3}"/>
              </a:ext>
            </a:extLst>
          </p:cNvPr>
          <p:cNvCxnSpPr>
            <a:cxnSpLocks/>
          </p:cNvCxnSpPr>
          <p:nvPr/>
        </p:nvCxnSpPr>
        <p:spPr>
          <a:xfrm>
            <a:off x="2971510" y="2815639"/>
            <a:ext cx="84173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F7746B7-61F2-4245-AED5-E386C9CE95AA}"/>
              </a:ext>
            </a:extLst>
          </p:cNvPr>
          <p:cNvSpPr txBox="1"/>
          <p:nvPr/>
        </p:nvSpPr>
        <p:spPr>
          <a:xfrm>
            <a:off x="3332187" y="3000513"/>
            <a:ext cx="1359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ourier" pitchFamily="2" charset="0"/>
              </a:rPr>
              <a:t>x=</a:t>
            </a:r>
            <a:r>
              <a:rPr lang="en-US" dirty="0"/>
              <a:t> 3</a:t>
            </a:r>
            <a:r>
              <a:rPr lang="el-GR" b="1" dirty="0"/>
              <a:t>λ</a:t>
            </a:r>
            <a:endParaRPr lang="en-US" b="1" dirty="0"/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pc= {</a:t>
            </a:r>
            <a:r>
              <a:rPr lang="en-US" dirty="0"/>
              <a:t>3</a:t>
            </a:r>
            <a:r>
              <a:rPr lang="el-GR" b="1" dirty="0"/>
              <a:t>λ</a:t>
            </a:r>
            <a:r>
              <a:rPr lang="en-US" b="1" dirty="0"/>
              <a:t>&lt;10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475609D-1135-1841-9A32-DB9BF33BBF68}"/>
              </a:ext>
            </a:extLst>
          </p:cNvPr>
          <p:cNvGrpSpPr/>
          <p:nvPr/>
        </p:nvGrpSpPr>
        <p:grpSpPr>
          <a:xfrm>
            <a:off x="2509168" y="3724964"/>
            <a:ext cx="3043910" cy="410717"/>
            <a:chOff x="2587508" y="3603125"/>
            <a:chExt cx="3043910" cy="41071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3DF9095-E5A3-8A42-8D4E-665B7CFB9B33}"/>
                </a:ext>
              </a:extLst>
            </p:cNvPr>
            <p:cNvSpPr txBox="1"/>
            <p:nvPr/>
          </p:nvSpPr>
          <p:spPr>
            <a:xfrm>
              <a:off x="2587509" y="3637076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CRASH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BD3C5F2-798E-224B-888D-3CC85BF2FD54}"/>
                </a:ext>
              </a:extLst>
            </p:cNvPr>
            <p:cNvCxnSpPr/>
            <p:nvPr/>
          </p:nvCxnSpPr>
          <p:spPr>
            <a:xfrm>
              <a:off x="3551748" y="3810777"/>
              <a:ext cx="19685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8416F61-CBA6-064E-8815-4C97B911E9B1}"/>
                </a:ext>
              </a:extLst>
            </p:cNvPr>
            <p:cNvSpPr txBox="1"/>
            <p:nvPr/>
          </p:nvSpPr>
          <p:spPr>
            <a:xfrm>
              <a:off x="3699154" y="3612282"/>
              <a:ext cx="917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n-US" dirty="0"/>
                <a:t>3</a:t>
              </a:r>
              <a:r>
                <a:rPr lang="el-GR" b="1" dirty="0"/>
                <a:t>λ</a:t>
              </a:r>
              <a:r>
                <a:rPr lang="en-US" b="1" dirty="0"/>
                <a:t>&lt;10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09662B7-C2A2-8048-A00B-28D80BA306FD}"/>
                </a:ext>
              </a:extLst>
            </p:cNvPr>
            <p:cNvCxnSpPr/>
            <p:nvPr/>
          </p:nvCxnSpPr>
          <p:spPr>
            <a:xfrm>
              <a:off x="4576066" y="3796948"/>
              <a:ext cx="196851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BDC0DA-046C-3A46-96B2-AB58D3AFC5A5}"/>
                </a:ext>
              </a:extLst>
            </p:cNvPr>
            <p:cNvSpPr txBox="1"/>
            <p:nvPr/>
          </p:nvSpPr>
          <p:spPr>
            <a:xfrm>
              <a:off x="4727003" y="3603125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  <a:r>
                <a:rPr lang="el-GR" b="1" dirty="0"/>
                <a:t>λ</a:t>
              </a:r>
              <a:r>
                <a:rPr lang="en-US" b="1" dirty="0"/>
                <a:t>=x=1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C669982-5AD4-4144-B50B-BA022008721C}"/>
                </a:ext>
              </a:extLst>
            </p:cNvPr>
            <p:cNvSpPr/>
            <p:nvPr/>
          </p:nvSpPr>
          <p:spPr>
            <a:xfrm>
              <a:off x="2587508" y="3610559"/>
              <a:ext cx="3043909" cy="40328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401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79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Microsoft Office User</cp:lastModifiedBy>
  <cp:revision>7</cp:revision>
  <cp:lastPrinted>2019-06-27T03:09:30Z</cp:lastPrinted>
  <dcterms:created xsi:type="dcterms:W3CDTF">2019-06-27T02:05:12Z</dcterms:created>
  <dcterms:modified xsi:type="dcterms:W3CDTF">2019-07-15T15:35:16Z</dcterms:modified>
</cp:coreProperties>
</file>