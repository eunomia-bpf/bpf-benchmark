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10"/>
    <p:restoredTop sz="94601"/>
  </p:normalViewPr>
  <p:slideViewPr>
    <p:cSldViewPr snapToGrid="0" snapToObjects="1">
      <p:cViewPr>
        <p:scale>
          <a:sx n="120" d="100"/>
          <a:sy n="120" d="100"/>
        </p:scale>
        <p:origin x="984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F59E-9F79-A247-8AA9-88112FDB2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F9A0B-967D-CE4C-9805-B012CE7F9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FFB72-5CB6-0E46-A1B8-C907180A6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99C95-5F46-A148-88F8-3ABE1ECA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8F3B4-6FE6-A345-869A-FE7D25CA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87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F03E-0AA4-CA44-B814-6A044C1B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0E6BC-D144-2A4E-A47B-C27F6C787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0C885-604E-F945-B60E-0556E24C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B4930-C984-9647-AD84-877048BB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E3A71-B60D-0645-9BE9-3722A70D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9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E1478-D7BC-604B-ACCC-725EAD16F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D101C-46C4-5944-8010-609207110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CECF5-109A-5A42-BBFB-BA56CEA2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56A56-69A2-2047-B1A8-1A3B0B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16969-4EC8-864B-91D0-2A6FF023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2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15A8-4C8C-6C4D-A44A-077B81C1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C272B-91BC-AA4E-A77C-4BF79A9AB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F09A0-0603-B342-8634-9E83E63F4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32506-803F-A141-A999-EDEE9F17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A69E3-034E-FF43-920A-83C1D67FF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4F1DC-9653-F440-953A-AB460216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AA95-6E52-D84F-BD67-D54E5E77E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89ADE-3623-6D4F-93C4-8F7100680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F098F-3E56-D640-9816-BE10921E8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8B74E-BCE2-9748-A1AC-C5225032D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0B960-DEF6-554E-B894-4857F7CFD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E5AE4-FAB7-0D47-BBEB-3A73798E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BB62C-1563-B240-A61E-A72C6CEB5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11536-E85B-D842-B32D-A12C8186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15B9-5FB3-DD47-A8B6-8CF007B5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73ABF-819A-0C41-83E1-A4110D0D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99F7-9E6E-1D48-8983-BA16DA46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29900-1A73-6942-B3D0-18F724E7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56788-0E28-4648-BA9C-EC7AE2EC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5D816-26F3-7045-8688-914C9211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AD643-3080-6A47-A52F-6C0A6543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6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A3661-04EC-A44E-9EFF-E27832157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76AF-66B7-5747-AB63-A5D6B44B5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F5C4F-40E6-194B-B597-3875333DA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C7094-DC1F-C548-A300-E9959D07A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FD0CF-1248-7F4C-A07E-7A96B545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ECB8E-520B-194A-AFD9-298DC7BE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3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EBE0-B424-5C48-8630-965D1B606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F1E8F-EE40-B641-AB9E-EE78EB6A3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1598-1503-4646-9BC4-637179BDC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54DBF-B7BC-D04C-BFD9-3AD6C26C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EE32F-B5AA-4944-BED4-D1148E413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DD7CD-CF9D-BA47-8828-7D917ED8F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8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FF7E-740B-894C-B01B-405F85B4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229DD-1C25-934B-A4C6-6D0E3AE51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A01AC-4155-F147-8DB3-27C2B7B53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E9DBF-2496-DB4D-A906-1F3A32F58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FF91-8EB1-3C4B-9A4E-6761FEC7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0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5D68EA-7ED3-4C43-81CA-7BF82ED98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232CD-7993-D543-8E42-B59238E56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DD336-A449-5740-A828-0D28129F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D7B1B-C48B-4F40-8AED-CF14EC72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278F9-6957-C74F-AC5C-35083F13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2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99FB1-3518-6B4A-9BDD-6A9BF0C5C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02061-B5D2-234A-A760-453325627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FEECC-E612-1048-A50F-3A1338592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49197-70DC-B045-A29F-23C875E8D386}" type="datetimeFigureOut">
              <a:rPr lang="en-US" smtClean="0"/>
              <a:t>6/5/19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F40C9-9D6B-D14A-9D7A-EC1FA4807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16AB-28E0-534C-B17E-17304E683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3DE4C-1C63-2948-A552-471EC1CC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1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97A3EF-D5BF-404A-B4A8-94E58A8E8537}"/>
              </a:ext>
            </a:extLst>
          </p:cNvPr>
          <p:cNvSpPr/>
          <p:nvPr/>
        </p:nvSpPr>
        <p:spPr>
          <a:xfrm>
            <a:off x="4607909" y="252147"/>
            <a:ext cx="3371736" cy="25229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Thrust 2</a:t>
            </a:r>
            <a:r>
              <a:rPr lang="en-US" dirty="0">
                <a:solidFill>
                  <a:schemeClr val="tx1"/>
                </a:solidFill>
              </a:rPr>
              <a:t> Execution Stitching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7A61DC-EDEE-F44F-A731-F45FBC2AF502}"/>
              </a:ext>
            </a:extLst>
          </p:cNvPr>
          <p:cNvCxnSpPr>
            <a:cxnSpLocks/>
          </p:cNvCxnSpPr>
          <p:nvPr/>
        </p:nvCxnSpPr>
        <p:spPr>
          <a:xfrm>
            <a:off x="4607909" y="589551"/>
            <a:ext cx="33717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7E84D5-E269-854F-BE73-0183F25B5EAD}"/>
              </a:ext>
            </a:extLst>
          </p:cNvPr>
          <p:cNvGrpSpPr/>
          <p:nvPr/>
        </p:nvGrpSpPr>
        <p:grpSpPr>
          <a:xfrm>
            <a:off x="255192" y="252147"/>
            <a:ext cx="3395788" cy="2533584"/>
            <a:chOff x="293710" y="454166"/>
            <a:chExt cx="3002383" cy="238247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5C5014-E694-F74D-B2D1-5A10AE785B87}"/>
                </a:ext>
              </a:extLst>
            </p:cNvPr>
            <p:cNvSpPr/>
            <p:nvPr/>
          </p:nvSpPr>
          <p:spPr>
            <a:xfrm>
              <a:off x="304343" y="454166"/>
              <a:ext cx="2991750" cy="238247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Thrust 1 </a:t>
              </a:r>
              <a:r>
                <a:rPr lang="en-US" dirty="0">
                  <a:solidFill>
                    <a:schemeClr val="tx1"/>
                  </a:solidFill>
                </a:rPr>
                <a:t>Execution Reconstruction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85777E-C05C-2744-97E0-0871434665B0}"/>
                </a:ext>
              </a:extLst>
            </p:cNvPr>
            <p:cNvCxnSpPr>
              <a:cxnSpLocks/>
            </p:cNvCxnSpPr>
            <p:nvPr/>
          </p:nvCxnSpPr>
          <p:spPr>
            <a:xfrm>
              <a:off x="293710" y="791570"/>
              <a:ext cx="299175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D4B10-CB80-804D-A96E-2362B08ED82F}"/>
              </a:ext>
            </a:extLst>
          </p:cNvPr>
          <p:cNvSpPr/>
          <p:nvPr/>
        </p:nvSpPr>
        <p:spPr>
          <a:xfrm>
            <a:off x="478703" y="669747"/>
            <a:ext cx="2960789" cy="691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Task 1.1</a:t>
            </a:r>
            <a:r>
              <a:rPr lang="en-US" dirty="0">
                <a:solidFill>
                  <a:schemeClr val="tx1"/>
                </a:solidFill>
              </a:rPr>
              <a:t> Program-specific instrumentation pruning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8E64AB-DE93-1943-8256-77D35FA4184C}"/>
              </a:ext>
            </a:extLst>
          </p:cNvPr>
          <p:cNvSpPr/>
          <p:nvPr/>
        </p:nvSpPr>
        <p:spPr>
          <a:xfrm>
            <a:off x="478703" y="1398510"/>
            <a:ext cx="2960789" cy="64549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Task 1.2 </a:t>
            </a:r>
            <a:r>
              <a:rPr lang="en-US" dirty="0">
                <a:solidFill>
                  <a:schemeClr val="tx1"/>
                </a:solidFill>
              </a:rPr>
              <a:t>Targeted data and control monitoring</a:t>
            </a:r>
            <a:r>
              <a:rPr lang="en-US" b="1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277DD8-DF70-1443-BB19-531029E5D2D9}"/>
              </a:ext>
            </a:extLst>
          </p:cNvPr>
          <p:cNvSpPr/>
          <p:nvPr/>
        </p:nvSpPr>
        <p:spPr>
          <a:xfrm>
            <a:off x="478704" y="2091933"/>
            <a:ext cx="2960789" cy="6259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Task 1.3</a:t>
            </a:r>
            <a:r>
              <a:rPr lang="en-US" dirty="0">
                <a:solidFill>
                  <a:schemeClr val="tx1"/>
                </a:solidFill>
              </a:rPr>
              <a:t> Adaptive constraint simplification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84D70-B2D6-5F47-BBAE-4CE0594F71A2}"/>
              </a:ext>
            </a:extLst>
          </p:cNvPr>
          <p:cNvSpPr/>
          <p:nvPr/>
        </p:nvSpPr>
        <p:spPr>
          <a:xfrm>
            <a:off x="4807369" y="657735"/>
            <a:ext cx="2960789" cy="6205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Task 2.1</a:t>
            </a:r>
            <a:r>
              <a:rPr lang="en-US" dirty="0">
                <a:solidFill>
                  <a:schemeClr val="tx1"/>
                </a:solidFill>
              </a:rPr>
              <a:t> Program-specific concurrency error detection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DAF81C-060E-4E4E-BC2A-88CADCFBF166}"/>
              </a:ext>
            </a:extLst>
          </p:cNvPr>
          <p:cNvSpPr/>
          <p:nvPr/>
        </p:nvSpPr>
        <p:spPr>
          <a:xfrm>
            <a:off x="4807368" y="2055116"/>
            <a:ext cx="2960789" cy="62503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Task 2.3</a:t>
            </a:r>
            <a:r>
              <a:rPr lang="en-US" dirty="0">
                <a:solidFill>
                  <a:schemeClr val="tx1"/>
                </a:solidFill>
              </a:rPr>
              <a:t> Adaptive concurrency analysis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C8806B-8840-2D4E-8E90-1D04204E9F9A}"/>
              </a:ext>
            </a:extLst>
          </p:cNvPr>
          <p:cNvSpPr/>
          <p:nvPr/>
        </p:nvSpPr>
        <p:spPr>
          <a:xfrm>
            <a:off x="4807367" y="1349532"/>
            <a:ext cx="2960789" cy="6205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Task 2.2</a:t>
            </a:r>
            <a:r>
              <a:rPr lang="en-US" dirty="0">
                <a:solidFill>
                  <a:schemeClr val="tx1"/>
                </a:solidFill>
              </a:rPr>
              <a:t> Targeted-schedule and sharing monitoring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12C3669-F6C5-2B4C-8D8C-2D20587A5997}"/>
              </a:ext>
            </a:extLst>
          </p:cNvPr>
          <p:cNvCxnSpPr>
            <a:cxnSpLocks/>
          </p:cNvCxnSpPr>
          <p:nvPr/>
        </p:nvCxnSpPr>
        <p:spPr>
          <a:xfrm>
            <a:off x="3906160" y="1605517"/>
            <a:ext cx="44656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CED88E6-51C8-9A4E-979D-CA67C083A3B3}"/>
              </a:ext>
            </a:extLst>
          </p:cNvPr>
          <p:cNvSpPr/>
          <p:nvPr/>
        </p:nvSpPr>
        <p:spPr>
          <a:xfrm>
            <a:off x="8619928" y="262780"/>
            <a:ext cx="3288546" cy="25229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Long-Term Research Agenda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29E9F1-6A50-C744-B5DD-14A93131774B}"/>
              </a:ext>
            </a:extLst>
          </p:cNvPr>
          <p:cNvCxnSpPr>
            <a:cxnSpLocks/>
          </p:cNvCxnSpPr>
          <p:nvPr/>
        </p:nvCxnSpPr>
        <p:spPr>
          <a:xfrm>
            <a:off x="8173359" y="1605517"/>
            <a:ext cx="44656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Left Brace 27">
            <a:extLst>
              <a:ext uri="{FF2B5EF4-FFF2-40B4-BE49-F238E27FC236}">
                <a16:creationId xmlns:a16="http://schemas.microsoft.com/office/drawing/2014/main" id="{F6303A06-9930-F04C-BAD7-322270FD3DA9}"/>
              </a:ext>
            </a:extLst>
          </p:cNvPr>
          <p:cNvSpPr/>
          <p:nvPr/>
        </p:nvSpPr>
        <p:spPr>
          <a:xfrm rot="16200000">
            <a:off x="4012874" y="-886033"/>
            <a:ext cx="221113" cy="771242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FE3B10-92A5-E54E-B983-EADDE9642DEC}"/>
              </a:ext>
            </a:extLst>
          </p:cNvPr>
          <p:cNvSpPr txBox="1"/>
          <p:nvPr/>
        </p:nvSpPr>
        <p:spPr>
          <a:xfrm>
            <a:off x="2853216" y="3103303"/>
            <a:ext cx="3038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Scope of this CAREER proposal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6E6368-B194-CC4C-8305-685CC84A9969}"/>
              </a:ext>
            </a:extLst>
          </p:cNvPr>
          <p:cNvSpPr txBox="1"/>
          <p:nvPr/>
        </p:nvSpPr>
        <p:spPr>
          <a:xfrm>
            <a:off x="8683722" y="669747"/>
            <a:ext cx="3160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Techniques to leverage execution information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Collaborative techniques</a:t>
            </a:r>
          </a:p>
          <a:p>
            <a:pPr algn="ctr"/>
            <a:r>
              <a:rPr lang="en-US" dirty="0"/>
              <a:t>for reliable heterogeneous and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100499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7564</TotalTime>
  <Words>63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Baris Kasikci</dc:creator>
  <cp:lastModifiedBy>Baris Kasikci</cp:lastModifiedBy>
  <cp:revision>16</cp:revision>
  <cp:lastPrinted>2019-06-06T01:39:48Z</cp:lastPrinted>
  <dcterms:created xsi:type="dcterms:W3CDTF">2019-06-05T17:12:29Z</dcterms:created>
  <dcterms:modified xsi:type="dcterms:W3CDTF">2019-06-10T23:17:13Z</dcterms:modified>
</cp:coreProperties>
</file>