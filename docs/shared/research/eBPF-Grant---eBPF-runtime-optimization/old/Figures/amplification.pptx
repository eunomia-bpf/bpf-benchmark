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75"/>
  </p:normalViewPr>
  <p:slideViewPr>
    <p:cSldViewPr snapToGrid="0" snapToObjects="1">
      <p:cViewPr>
        <p:scale>
          <a:sx n="176" d="100"/>
          <a:sy n="176" d="100"/>
        </p:scale>
        <p:origin x="2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13ACC-E905-9D40-A737-6DA11BBDC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59C526-028C-3147-8961-32CB58918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0C4B3-A939-4148-8828-FE394236A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326B-6A96-BF4A-B8F0-2C1A69AAA01B}" type="datetimeFigureOut">
              <a:rPr lang="en-US" smtClean="0"/>
              <a:t>7/8/19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FA3D9-595E-9848-93F0-CB7FB306B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B00EB-28D0-4B47-B855-400691F99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0DD8-9C2F-0849-A2BB-152789169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759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536E-55BA-4C46-803D-72BD08E8B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837E0-1CBA-EA4D-8F9D-F0128F8D4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7AB5B-A859-2B4E-BA66-FF87553FC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326B-6A96-BF4A-B8F0-2C1A69AAA01B}" type="datetimeFigureOut">
              <a:rPr lang="en-US" smtClean="0"/>
              <a:t>7/8/19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F06F5-5F37-254D-BFEE-BB566BB5F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ABAE0-B7AE-A147-8FB8-39F7E1243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0DD8-9C2F-0849-A2BB-152789169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179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6A570-36AB-A84F-979B-4A163BAA2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8D428-DCCA-C144-81E7-BC0194D8F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106E8-013A-D04F-8B5D-92C904AC5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326B-6A96-BF4A-B8F0-2C1A69AAA01B}" type="datetimeFigureOut">
              <a:rPr lang="en-US" smtClean="0"/>
              <a:t>7/8/19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57B1-C983-E54B-B4FB-7AD7B84FA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13D3A-C9AB-C74D-B60E-D2AC9E0D0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0DD8-9C2F-0849-A2BB-152789169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12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2ADC5-FEE2-E140-BE21-8AA7645A2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C1560-A3EC-424D-AF26-6B85A15C8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7A9E5-BDEC-6944-B991-E6150DA62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524E-C050-A740-97E5-F2ADF03BA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326B-6A96-BF4A-B8F0-2C1A69AAA01B}" type="datetimeFigureOut">
              <a:rPr lang="en-US" smtClean="0"/>
              <a:t>7/8/19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C84017-7372-6843-B21D-22F04C5E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9B525-A0F7-744C-AA3C-4A7DA6995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0DD8-9C2F-0849-A2BB-152789169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366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47623-13E9-5B4A-8303-AEF03A194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D7BCE-6D49-7146-AFAD-C5AD98B57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D8C2E3-EFA9-CA4D-B4EE-E6DCB1B33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D9F84E-0FE8-9B4A-8BCD-D53A4DD028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E4CBF5-D265-114D-A448-5CA321B38B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6CD75A-7249-FF4F-8EA8-A3F35B235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326B-6A96-BF4A-B8F0-2C1A69AAA01B}" type="datetimeFigureOut">
              <a:rPr lang="en-US" smtClean="0"/>
              <a:t>7/8/19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E09665-1B04-2844-BA72-AB3F26742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0948DF-B9E9-5340-9161-C4A6F565B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0DD8-9C2F-0849-A2BB-152789169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3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DE460-9CFF-2D42-82F2-890BCE177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9078B-D6BF-3B4D-B141-CE968B6FD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326B-6A96-BF4A-B8F0-2C1A69AAA01B}" type="datetimeFigureOut">
              <a:rPr lang="en-US" smtClean="0"/>
              <a:t>7/8/19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1A87F2-9EB1-274F-B2C0-B364D722A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D63D28-2045-BB4E-8EE0-82F0078F1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0DD8-9C2F-0849-A2BB-152789169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24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F9792B-A00D-3A44-9CD0-43CB33C4D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326B-6A96-BF4A-B8F0-2C1A69AAA01B}" type="datetimeFigureOut">
              <a:rPr lang="en-US" smtClean="0"/>
              <a:t>7/8/19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2575B2-1E21-C942-A181-037A998D4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5931F-EC71-EB43-B07D-6FFD8D95B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0DD8-9C2F-0849-A2BB-152789169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26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67BC3-FDF1-FC43-9E01-E298796AD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908C3-78F5-7143-ACAA-22B15C553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13539A-803A-1E40-B7EE-24D6B12A2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A946C-F5A3-EA44-8C6E-B9BA6D059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326B-6A96-BF4A-B8F0-2C1A69AAA01B}" type="datetimeFigureOut">
              <a:rPr lang="en-US" smtClean="0"/>
              <a:t>7/8/19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A67CE-4390-EB4B-B1C9-E0BFF29C3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AD208-AEC8-D646-BB5B-0B46D6683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0DD8-9C2F-0849-A2BB-152789169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937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9AEBA-6C9F-A247-8330-54B60E143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E621FB-3595-2749-91DB-DB06421291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9A8DC-FBA9-3649-A223-FE5919E2F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C9360-0BBA-DC48-82F3-367F37948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326B-6A96-BF4A-B8F0-2C1A69AAA01B}" type="datetimeFigureOut">
              <a:rPr lang="en-US" smtClean="0"/>
              <a:t>7/8/19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C6251-0FD3-B646-94FF-5A094BFA0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26748-CFDC-E84E-B80D-B17E30BA9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0DD8-9C2F-0849-A2BB-152789169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69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E9298-4C60-5A4E-AA3A-D7283D1AA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F3B2B1-BD42-5849-8031-44B680347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5CB29-35D2-BF4F-9B86-647914FF1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326B-6A96-BF4A-B8F0-2C1A69AAA01B}" type="datetimeFigureOut">
              <a:rPr lang="en-US" smtClean="0"/>
              <a:t>7/8/19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7A31B-F1BC-ED44-BC8B-6C3AFCF34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6E82-0654-6140-A2D9-3294B790E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0DD8-9C2F-0849-A2BB-152789169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9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0BE214-E3E5-0444-BC2A-241D858D50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DDE308-486B-E54B-AEBD-3163F0C7D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3B55E-FF6F-C94B-BCA9-7088AD588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326B-6A96-BF4A-B8F0-2C1A69AAA01B}" type="datetimeFigureOut">
              <a:rPr lang="en-US" smtClean="0"/>
              <a:t>7/8/19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84923-3AFB-D84C-9CD7-36E977C98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A1BAF-051B-8B48-9230-CE876F2EE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0DD8-9C2F-0849-A2BB-152789169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775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C47F08-F3E3-7B45-9B2F-E975428C4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29A83-5C3B-1343-B5D0-29FB34CD1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0CA4E-C2A9-E24A-A860-BD0B57A3B2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1326B-6A96-BF4A-B8F0-2C1A69AAA01B}" type="datetimeFigureOut">
              <a:rPr lang="en-US" smtClean="0"/>
              <a:t>7/8/19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29FA2-CBFA-854F-90A4-B08D1A2AAB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5B04F-C2AC-B94D-AAB9-2FB560B02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80DD8-9C2F-0849-A2BB-152789169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550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0ABFB52-19A2-3543-BCE9-661D2DA3FCD8}"/>
              </a:ext>
            </a:extLst>
          </p:cNvPr>
          <p:cNvSpPr/>
          <p:nvPr/>
        </p:nvSpPr>
        <p:spPr>
          <a:xfrm>
            <a:off x="0" y="177974"/>
            <a:ext cx="3256075" cy="22061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C074D4-16AC-BE40-84D6-65653D7659FA}"/>
              </a:ext>
            </a:extLst>
          </p:cNvPr>
          <p:cNvSpPr txBox="1"/>
          <p:nvPr/>
        </p:nvSpPr>
        <p:spPr>
          <a:xfrm>
            <a:off x="2243326" y="1312798"/>
            <a:ext cx="961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cv.wait</a:t>
            </a:r>
            <a:r>
              <a:rPr lang="en-US" dirty="0"/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FD0B68-734E-4041-92F8-9A25B22B9824}"/>
              </a:ext>
            </a:extLst>
          </p:cNvPr>
          <p:cNvSpPr txBox="1"/>
          <p:nvPr/>
        </p:nvSpPr>
        <p:spPr>
          <a:xfrm>
            <a:off x="602672" y="1042659"/>
            <a:ext cx="1112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cv.signal</a:t>
            </a:r>
            <a:r>
              <a:rPr lang="en-US" dirty="0"/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395D77-C846-EA4C-8D00-2E95A3E3FD57}"/>
              </a:ext>
            </a:extLst>
          </p:cNvPr>
          <p:cNvSpPr txBox="1"/>
          <p:nvPr/>
        </p:nvSpPr>
        <p:spPr>
          <a:xfrm>
            <a:off x="589488" y="224973"/>
            <a:ext cx="1023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Thread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D54ECA-2153-5648-914F-AE26A2DBE559}"/>
              </a:ext>
            </a:extLst>
          </p:cNvPr>
          <p:cNvSpPr txBox="1"/>
          <p:nvPr/>
        </p:nvSpPr>
        <p:spPr>
          <a:xfrm>
            <a:off x="2232397" y="224973"/>
            <a:ext cx="1023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Thread 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D77280A-D847-0844-BA94-5722CBC42F9A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714769" y="1249073"/>
            <a:ext cx="558147" cy="28863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DA2BDB8-5C5D-5A4F-94F0-BF140B21C80E}"/>
              </a:ext>
            </a:extLst>
          </p:cNvPr>
          <p:cNvSpPr/>
          <p:nvPr/>
        </p:nvSpPr>
        <p:spPr>
          <a:xfrm>
            <a:off x="667657" y="1118812"/>
            <a:ext cx="1047112" cy="260521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814E0C-52F1-C244-9C25-E07B36ADF632}"/>
              </a:ext>
            </a:extLst>
          </p:cNvPr>
          <p:cNvSpPr/>
          <p:nvPr/>
        </p:nvSpPr>
        <p:spPr>
          <a:xfrm>
            <a:off x="2272917" y="1379333"/>
            <a:ext cx="906969" cy="27619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59640D-6B30-3543-B201-540629DA1F55}"/>
              </a:ext>
            </a:extLst>
          </p:cNvPr>
          <p:cNvSpPr txBox="1"/>
          <p:nvPr/>
        </p:nvSpPr>
        <p:spPr>
          <a:xfrm>
            <a:off x="1678004" y="133794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HB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F118033-E25C-8F42-B2BA-EDBDD707AA34}"/>
              </a:ext>
            </a:extLst>
          </p:cNvPr>
          <p:cNvCxnSpPr>
            <a:cxnSpLocks/>
          </p:cNvCxnSpPr>
          <p:nvPr/>
        </p:nvCxnSpPr>
        <p:spPr>
          <a:xfrm>
            <a:off x="405965" y="1181688"/>
            <a:ext cx="0" cy="312514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ECCDBFE-1209-904C-A9D8-E881A115285E}"/>
              </a:ext>
            </a:extLst>
          </p:cNvPr>
          <p:cNvSpPr txBox="1"/>
          <p:nvPr/>
        </p:nvSpPr>
        <p:spPr>
          <a:xfrm>
            <a:off x="0" y="1178873"/>
            <a:ext cx="276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CBFB508-9179-054D-85E8-750F5C4CB0FA}"/>
              </a:ext>
            </a:extLst>
          </p:cNvPr>
          <p:cNvCxnSpPr>
            <a:cxnSpLocks/>
          </p:cNvCxnSpPr>
          <p:nvPr/>
        </p:nvCxnSpPr>
        <p:spPr>
          <a:xfrm>
            <a:off x="405965" y="545565"/>
            <a:ext cx="0" cy="497094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BC35245-426E-DE45-BCA6-4E1D2F108AC1}"/>
              </a:ext>
            </a:extLst>
          </p:cNvPr>
          <p:cNvSpPr txBox="1"/>
          <p:nvPr/>
        </p:nvSpPr>
        <p:spPr>
          <a:xfrm>
            <a:off x="0" y="545565"/>
            <a:ext cx="38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</a:t>
            </a:r>
            <a:r>
              <a:rPr lang="en-US" b="1" baseline="-25000" dirty="0"/>
              <a:t>1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3036DC8-02BB-FD4B-AE30-1AD11D1983D3}"/>
              </a:ext>
            </a:extLst>
          </p:cNvPr>
          <p:cNvCxnSpPr>
            <a:cxnSpLocks/>
          </p:cNvCxnSpPr>
          <p:nvPr/>
        </p:nvCxnSpPr>
        <p:spPr>
          <a:xfrm>
            <a:off x="405965" y="1655526"/>
            <a:ext cx="0" cy="497094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A4C5FA3-38AD-CE49-AD21-2F9648EB8E1B}"/>
              </a:ext>
            </a:extLst>
          </p:cNvPr>
          <p:cNvSpPr txBox="1"/>
          <p:nvPr/>
        </p:nvSpPr>
        <p:spPr>
          <a:xfrm>
            <a:off x="0" y="1655526"/>
            <a:ext cx="38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</a:t>
            </a:r>
            <a:r>
              <a:rPr lang="en-US" b="1" baseline="-250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9C6B5C-A472-4242-8479-EBF18EAE223B}"/>
              </a:ext>
            </a:extLst>
          </p:cNvPr>
          <p:cNvSpPr txBox="1"/>
          <p:nvPr/>
        </p:nvSpPr>
        <p:spPr>
          <a:xfrm>
            <a:off x="1035392" y="-32668"/>
            <a:ext cx="1285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Execution 1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20DA08D-7F2A-0D47-BB27-8C28AFB298D7}"/>
              </a:ext>
            </a:extLst>
          </p:cNvPr>
          <p:cNvCxnSpPr/>
          <p:nvPr/>
        </p:nvCxnSpPr>
        <p:spPr>
          <a:xfrm>
            <a:off x="0" y="283028"/>
            <a:ext cx="3256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CDDA4504-96F3-DF41-BDDA-21C2934BDE4D}"/>
              </a:ext>
            </a:extLst>
          </p:cNvPr>
          <p:cNvSpPr/>
          <p:nvPr/>
        </p:nvSpPr>
        <p:spPr>
          <a:xfrm>
            <a:off x="0" y="2235050"/>
            <a:ext cx="3256075" cy="2424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7D5784-63C6-014C-A6C6-C2EB0BE4C0F6}"/>
              </a:ext>
            </a:extLst>
          </p:cNvPr>
          <p:cNvSpPr txBox="1"/>
          <p:nvPr/>
        </p:nvSpPr>
        <p:spPr>
          <a:xfrm>
            <a:off x="2243326" y="3707502"/>
            <a:ext cx="961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cv.wait</a:t>
            </a:r>
            <a:r>
              <a:rPr lang="en-US" dirty="0"/>
              <a:t>()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215108-EF0E-CA44-9E58-F8C7F316D637}"/>
              </a:ext>
            </a:extLst>
          </p:cNvPr>
          <p:cNvSpPr txBox="1"/>
          <p:nvPr/>
        </p:nvSpPr>
        <p:spPr>
          <a:xfrm>
            <a:off x="602672" y="3437363"/>
            <a:ext cx="1112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cv.signal</a:t>
            </a:r>
            <a:r>
              <a:rPr lang="en-US" dirty="0"/>
              <a:t>()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DFF345-A804-2A4C-B056-37FE05934807}"/>
              </a:ext>
            </a:extLst>
          </p:cNvPr>
          <p:cNvSpPr txBox="1"/>
          <p:nvPr/>
        </p:nvSpPr>
        <p:spPr>
          <a:xfrm>
            <a:off x="589488" y="2467280"/>
            <a:ext cx="1023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Thread 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8E91AA-C4F1-1C42-BDE4-3918791E54B9}"/>
              </a:ext>
            </a:extLst>
          </p:cNvPr>
          <p:cNvSpPr txBox="1"/>
          <p:nvPr/>
        </p:nvSpPr>
        <p:spPr>
          <a:xfrm>
            <a:off x="2232397" y="2467280"/>
            <a:ext cx="1023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Thread 2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44FEEF9-303A-FC4F-9311-6E23B1387A14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1714769" y="3643777"/>
            <a:ext cx="558147" cy="28863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2DC2AB57-1BF4-B245-947D-4B9FDAC62446}"/>
              </a:ext>
            </a:extLst>
          </p:cNvPr>
          <p:cNvSpPr/>
          <p:nvPr/>
        </p:nvSpPr>
        <p:spPr>
          <a:xfrm>
            <a:off x="667657" y="3513516"/>
            <a:ext cx="1047112" cy="260521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42FB4D8-5252-134E-B10F-ED79F766CF65}"/>
              </a:ext>
            </a:extLst>
          </p:cNvPr>
          <p:cNvSpPr/>
          <p:nvPr/>
        </p:nvSpPr>
        <p:spPr>
          <a:xfrm>
            <a:off x="2272917" y="3774037"/>
            <a:ext cx="906969" cy="27619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CEB16AC-3DCE-8747-AF17-30A042421A0A}"/>
              </a:ext>
            </a:extLst>
          </p:cNvPr>
          <p:cNvSpPr txBox="1"/>
          <p:nvPr/>
        </p:nvSpPr>
        <p:spPr>
          <a:xfrm>
            <a:off x="1678004" y="373264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HB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F265C-F755-5543-AE7B-EFDCEF52F59F}"/>
              </a:ext>
            </a:extLst>
          </p:cNvPr>
          <p:cNvCxnSpPr>
            <a:cxnSpLocks/>
          </p:cNvCxnSpPr>
          <p:nvPr/>
        </p:nvCxnSpPr>
        <p:spPr>
          <a:xfrm>
            <a:off x="405965" y="3576392"/>
            <a:ext cx="0" cy="312514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EDD006D-652B-5C4E-91B7-067E002540EB}"/>
              </a:ext>
            </a:extLst>
          </p:cNvPr>
          <p:cNvSpPr txBox="1"/>
          <p:nvPr/>
        </p:nvSpPr>
        <p:spPr>
          <a:xfrm>
            <a:off x="0" y="3551806"/>
            <a:ext cx="276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8FD104E-8592-3646-A874-E916D8E1E428}"/>
              </a:ext>
            </a:extLst>
          </p:cNvPr>
          <p:cNvCxnSpPr>
            <a:cxnSpLocks/>
          </p:cNvCxnSpPr>
          <p:nvPr/>
        </p:nvCxnSpPr>
        <p:spPr>
          <a:xfrm>
            <a:off x="405965" y="2831414"/>
            <a:ext cx="0" cy="666453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A2312C3-8ADF-9348-9AC7-5158FD905CAD}"/>
              </a:ext>
            </a:extLst>
          </p:cNvPr>
          <p:cNvSpPr txBox="1"/>
          <p:nvPr/>
        </p:nvSpPr>
        <p:spPr>
          <a:xfrm>
            <a:off x="-32386" y="2696225"/>
            <a:ext cx="5492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</a:t>
            </a:r>
            <a:r>
              <a:rPr lang="en-US" b="1" baseline="-25000" dirty="0"/>
              <a:t>1</a:t>
            </a:r>
          </a:p>
          <a:p>
            <a:r>
              <a:rPr lang="en-US" b="1" dirty="0"/>
              <a:t>+</a:t>
            </a:r>
          </a:p>
          <a:p>
            <a:r>
              <a:rPr lang="el-GR" b="1" dirty="0"/>
              <a:t>Δ</a:t>
            </a:r>
            <a:r>
              <a:rPr lang="en-US" b="1" dirty="0"/>
              <a:t>t</a:t>
            </a:r>
            <a:r>
              <a:rPr lang="en-US" b="1" baseline="-25000" dirty="0"/>
              <a:t>1</a:t>
            </a:r>
          </a:p>
          <a:p>
            <a:endParaRPr lang="en-US" b="1" baseline="-2500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61EAD54-61D0-F148-B976-A15158056C77}"/>
              </a:ext>
            </a:extLst>
          </p:cNvPr>
          <p:cNvCxnSpPr>
            <a:cxnSpLocks/>
          </p:cNvCxnSpPr>
          <p:nvPr/>
        </p:nvCxnSpPr>
        <p:spPr>
          <a:xfrm>
            <a:off x="405965" y="3941375"/>
            <a:ext cx="0" cy="768511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6015505-A605-604F-AC16-DE1BB70652E9}"/>
              </a:ext>
            </a:extLst>
          </p:cNvPr>
          <p:cNvSpPr txBox="1"/>
          <p:nvPr/>
        </p:nvSpPr>
        <p:spPr>
          <a:xfrm>
            <a:off x="-43542" y="3905090"/>
            <a:ext cx="4878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</a:t>
            </a:r>
            <a:r>
              <a:rPr lang="en-US" b="1" baseline="-25000" dirty="0"/>
              <a:t>2</a:t>
            </a:r>
          </a:p>
          <a:p>
            <a:r>
              <a:rPr lang="en-US" b="1" dirty="0"/>
              <a:t>+</a:t>
            </a:r>
          </a:p>
          <a:p>
            <a:r>
              <a:rPr lang="el-GR" b="1" dirty="0"/>
              <a:t>Δ</a:t>
            </a:r>
            <a:r>
              <a:rPr lang="en-US" b="1" dirty="0"/>
              <a:t>t</a:t>
            </a:r>
            <a:r>
              <a:rPr lang="en-US" b="1" baseline="-250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3BCCD58-F8EB-F04A-8C1C-CD30D486095B}"/>
              </a:ext>
            </a:extLst>
          </p:cNvPr>
          <p:cNvSpPr txBox="1"/>
          <p:nvPr/>
        </p:nvSpPr>
        <p:spPr>
          <a:xfrm>
            <a:off x="1035392" y="2202382"/>
            <a:ext cx="1285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Execution 2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F37E828-8A29-0141-A20F-FD606648D5BE}"/>
              </a:ext>
            </a:extLst>
          </p:cNvPr>
          <p:cNvCxnSpPr/>
          <p:nvPr/>
        </p:nvCxnSpPr>
        <p:spPr>
          <a:xfrm>
            <a:off x="0" y="2518078"/>
            <a:ext cx="3256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75839BA-0921-7E4E-96C2-794003DB0D0B}"/>
              </a:ext>
            </a:extLst>
          </p:cNvPr>
          <p:cNvSpPr txBox="1"/>
          <p:nvPr/>
        </p:nvSpPr>
        <p:spPr>
          <a:xfrm>
            <a:off x="612550" y="2669039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</a:t>
            </a:r>
            <a:r>
              <a:rPr lang="en-US" baseline="-250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8A6DCF6-ABFA-D344-803F-212160D5257A}"/>
              </a:ext>
            </a:extLst>
          </p:cNvPr>
          <p:cNvSpPr txBox="1"/>
          <p:nvPr/>
        </p:nvSpPr>
        <p:spPr>
          <a:xfrm>
            <a:off x="615987" y="3175630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</a:t>
            </a:r>
            <a:r>
              <a:rPr lang="en-US" baseline="-250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C4C7BBB-7D44-0344-A15F-A4148F25232F}"/>
              </a:ext>
            </a:extLst>
          </p:cNvPr>
          <p:cNvSpPr txBox="1"/>
          <p:nvPr/>
        </p:nvSpPr>
        <p:spPr>
          <a:xfrm>
            <a:off x="2217694" y="3955823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</a:t>
            </a:r>
            <a:r>
              <a:rPr lang="en-US" baseline="-250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4A753D6-8AB1-F84F-B8E3-2FD450D20DFE}"/>
              </a:ext>
            </a:extLst>
          </p:cNvPr>
          <p:cNvSpPr txBox="1"/>
          <p:nvPr/>
        </p:nvSpPr>
        <p:spPr>
          <a:xfrm>
            <a:off x="2221131" y="4462414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</a:t>
            </a:r>
            <a:r>
              <a:rPr lang="en-US" baseline="-250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9DAE867-5117-9749-930E-177419151C17}"/>
              </a:ext>
            </a:extLst>
          </p:cNvPr>
          <p:cNvSpPr txBox="1"/>
          <p:nvPr/>
        </p:nvSpPr>
        <p:spPr>
          <a:xfrm>
            <a:off x="2181928" y="1549945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</a:t>
            </a:r>
            <a:r>
              <a:rPr lang="en-US" baseline="-250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B9BC2E6-CD39-5F4A-9D74-126BCEDCC4CC}"/>
              </a:ext>
            </a:extLst>
          </p:cNvPr>
          <p:cNvSpPr txBox="1"/>
          <p:nvPr/>
        </p:nvSpPr>
        <p:spPr>
          <a:xfrm>
            <a:off x="2181604" y="1874442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</a:t>
            </a:r>
            <a:r>
              <a:rPr lang="en-US" baseline="-250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8E89D5-8CC0-9341-85F8-5B936EB171C5}"/>
              </a:ext>
            </a:extLst>
          </p:cNvPr>
          <p:cNvSpPr txBox="1"/>
          <p:nvPr/>
        </p:nvSpPr>
        <p:spPr>
          <a:xfrm>
            <a:off x="605311" y="383663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</a:t>
            </a:r>
            <a:r>
              <a:rPr lang="en-US" baseline="-250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B065346-D0D6-2148-8833-C5756FF17000}"/>
              </a:ext>
            </a:extLst>
          </p:cNvPr>
          <p:cNvSpPr txBox="1"/>
          <p:nvPr/>
        </p:nvSpPr>
        <p:spPr>
          <a:xfrm>
            <a:off x="606751" y="780903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</a:t>
            </a:r>
            <a:r>
              <a:rPr lang="en-US" baseline="-25000" dirty="0"/>
              <a:t>2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6512825-A63B-814E-BB44-F7A624FDD6D4}"/>
              </a:ext>
            </a:extLst>
          </p:cNvPr>
          <p:cNvCxnSpPr/>
          <p:nvPr/>
        </p:nvCxnSpPr>
        <p:spPr>
          <a:xfrm>
            <a:off x="0" y="2258138"/>
            <a:ext cx="3256075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457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50</Words>
  <Application>Microsoft Macintosh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5</cp:revision>
  <dcterms:created xsi:type="dcterms:W3CDTF">2019-07-09T03:31:47Z</dcterms:created>
  <dcterms:modified xsi:type="dcterms:W3CDTF">2019-07-09T04:52:14Z</dcterms:modified>
</cp:coreProperties>
</file>