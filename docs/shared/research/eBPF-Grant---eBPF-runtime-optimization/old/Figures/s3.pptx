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36"/>
    <p:restoredTop sz="94647"/>
  </p:normalViewPr>
  <p:slideViewPr>
    <p:cSldViewPr snapToGrid="0" snapToObjects="1">
      <p:cViewPr>
        <p:scale>
          <a:sx n="295" d="100"/>
          <a:sy n="295" d="100"/>
        </p:scale>
        <p:origin x="28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A74A-4EA6-BE41-A281-7B2C7AA8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042AF-ED6E-074C-9AB4-D62BD9145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7863-EB78-FA42-A12B-268DC0EA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2B94D-2FC3-3C44-B515-05DB46DB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ACCC4-B835-8C4F-96C5-F34EDAF0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F45A-9534-2B41-8B7B-5EB4B2B6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17143-9494-0F40-9912-FF18817E8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3D05-5BAF-FD44-9150-99AC3976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13D7-CCD8-5C45-A184-9FB6D999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C9494-21F1-4646-AA33-5108B610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5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A9C3-CCE2-EC44-902C-13A13FB9A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AA9FA-3226-054A-9B0C-82CA0A28C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E7B03-7064-564B-AF26-C69FBE52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4BBDF-7D67-8844-B35F-7D163C98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608D1-0B2C-214E-829D-8CA1A048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3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25CC-C212-AA43-80D2-C5BC785A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3A5B-FECA-4E4C-AE6A-8D3BBB2C3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79D94-F124-1746-B8D5-FDFF5E0AC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8B3B1-C6B1-B74E-B813-B908D815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D649C-8498-4D49-84F4-EA1AD9E0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307F-D365-5B4E-BE7E-A02F6AED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5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0D2C-DE84-3946-8C3E-A50DC288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24F8A-89EB-4E4C-BA7E-383F3026B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2C772-E265-7F4A-BDDC-9B79878B8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6B612-C5EC-5B46-8A6D-6B9A47D5D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DF12D-3666-FB48-AD93-BE6DCD3FE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FCE14-7E0C-974E-823D-856D4708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9868-156D-874E-BEE7-E114D812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A6C6A-7299-3346-80D5-38F7A619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1B54-A618-EF41-903B-F2AD70A3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63D7F-A318-1948-AB90-3CFA6B8B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91E0D-1049-B34F-A0D0-C19D8CC7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3B8C2-9E9A-F140-8951-B04546F0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9D0B5-74BA-9E46-A386-5F7ECC36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D507C-E199-E245-A017-6F574607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70F32-1F4A-CB48-B2F0-2F15E58B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2548-DECC-2641-98E7-FEA48AC4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29282-DEFE-D14C-BD5E-0A678A1E0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3C42B-648B-8C41-BE03-0D32DEE10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18C5-1DBD-5742-8053-B038E8AC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2A4D2-A768-6048-9C66-3C404085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6BEDB-8A4C-B147-AADC-02AF31F7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0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61D9-5B4E-AA44-8A87-55A02D07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F393-6177-544D-B9A1-83D09849A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8EBC5-EE10-984C-A4B0-7D12ACE9A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FB2B2-5C01-5742-83A4-6DF8E845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31D63-1770-AD4D-A850-A8FF3F49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E6082-7E50-3746-B363-C8484AAA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0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EED4-65EB-9944-8700-EB2ECC4E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51C7B-9BA4-BB47-B066-33759BCA1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ECB32-54DD-1842-B635-6E9B0AD8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E590-A802-B64C-9DA1-5603AE59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97E5-11F9-1B4D-8478-D6635330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5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27C9C-DC6E-CA44-AA84-681C0ACBF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96EC3-08A2-AE47-AFD0-3A1A8D3CF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C22EE-188F-2140-B3EC-00F2F96E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13238-08C8-ED48-BC7A-82E3986B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94A9-8CFE-DB49-8016-33C1BE86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4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EB3A1-DA4C-524B-935D-B9058A93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1B4C4-221E-B94E-99AB-FFD68084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7973D-417C-8248-A0F1-4BD9A8F70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0A5E6-B4FE-3D46-B2D7-9C7D79617AAA}" type="datetimeFigureOut">
              <a:rPr lang="en-US" smtClean="0"/>
              <a:t>7/9/19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D2C8B-0CC5-E946-98FC-8F51CBB5D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2174-FE20-FF43-884B-99C822478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F5199-88D2-C542-A711-CD5CA0F40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6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2CE3075E-F339-5746-A950-4FE8D14FD29A}"/>
              </a:ext>
            </a:extLst>
          </p:cNvPr>
          <p:cNvSpPr txBox="1"/>
          <p:nvPr/>
        </p:nvSpPr>
        <p:spPr>
          <a:xfrm>
            <a:off x="-46226" y="9796"/>
            <a:ext cx="25298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x //shared variable</a:t>
            </a:r>
          </a:p>
          <a:p>
            <a:r>
              <a:rPr lang="en-US" sz="1600" dirty="0">
                <a:latin typeface="Courier" pitchFamily="2" charset="0"/>
              </a:rPr>
              <a:t>f()</a:t>
            </a:r>
          </a:p>
          <a:p>
            <a:r>
              <a:rPr lang="en-US" sz="1600" dirty="0">
                <a:latin typeface="Courier" pitchFamily="2" charset="0"/>
              </a:rPr>
              <a:t> x=3*x</a:t>
            </a:r>
          </a:p>
          <a:p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create_threads</a:t>
            </a:r>
            <a:r>
              <a:rPr lang="en-US" sz="1600" dirty="0">
                <a:latin typeface="Courier" pitchFamily="2" charset="0"/>
              </a:rPr>
              <a:t>(x)</a:t>
            </a:r>
            <a:endParaRPr lang="en-US" sz="16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6CAF106-56AC-C04B-AFFE-B2DCA0265535}"/>
              </a:ext>
            </a:extLst>
          </p:cNvPr>
          <p:cNvGrpSpPr/>
          <p:nvPr/>
        </p:nvGrpSpPr>
        <p:grpSpPr>
          <a:xfrm>
            <a:off x="2830978" y="200911"/>
            <a:ext cx="2558691" cy="1684645"/>
            <a:chOff x="1842331" y="385577"/>
            <a:chExt cx="2558691" cy="168464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87778A2-E4B6-FB4B-B132-D34EC8279C9D}"/>
                </a:ext>
              </a:extLst>
            </p:cNvPr>
            <p:cNvCxnSpPr>
              <a:cxnSpLocks/>
            </p:cNvCxnSpPr>
            <p:nvPr/>
          </p:nvCxnSpPr>
          <p:spPr>
            <a:xfrm>
              <a:off x="2820569" y="515816"/>
              <a:ext cx="2303" cy="80192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22AA0D-1E0D-7749-8B94-B33973197B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3798" y="1317744"/>
              <a:ext cx="11246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D6FC50-F16E-B445-9104-73A372DB6A4B}"/>
                </a:ext>
              </a:extLst>
            </p:cNvPr>
            <p:cNvCxnSpPr>
              <a:cxnSpLocks/>
            </p:cNvCxnSpPr>
            <p:nvPr/>
          </p:nvCxnSpPr>
          <p:spPr>
            <a:xfrm>
              <a:off x="3366304" y="1304682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E03A1A-FA12-8240-854F-0409C3DE6FAA}"/>
                </a:ext>
              </a:extLst>
            </p:cNvPr>
            <p:cNvCxnSpPr>
              <a:cxnSpLocks/>
            </p:cNvCxnSpPr>
            <p:nvPr/>
          </p:nvCxnSpPr>
          <p:spPr>
            <a:xfrm>
              <a:off x="2249927" y="1311213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56BBD5-E935-1D46-A298-1C8590EFC6EB}"/>
                </a:ext>
              </a:extLst>
            </p:cNvPr>
            <p:cNvSpPr/>
            <p:nvPr/>
          </p:nvSpPr>
          <p:spPr>
            <a:xfrm>
              <a:off x="2782544" y="1278022"/>
              <a:ext cx="80654" cy="794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06E4C7-18E2-A940-A0B7-178E8D250A99}"/>
                </a:ext>
              </a:extLst>
            </p:cNvPr>
            <p:cNvSpPr/>
            <p:nvPr/>
          </p:nvSpPr>
          <p:spPr>
            <a:xfrm>
              <a:off x="3324198" y="1423891"/>
              <a:ext cx="80654" cy="794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D9B6A2-172A-E343-8B04-530C36A9F744}"/>
                </a:ext>
              </a:extLst>
            </p:cNvPr>
            <p:cNvSpPr txBox="1"/>
            <p:nvPr/>
          </p:nvSpPr>
          <p:spPr>
            <a:xfrm>
              <a:off x="2141610" y="387028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x=</a:t>
              </a:r>
              <a:r>
                <a:rPr lang="en-US" dirty="0"/>
                <a:t> </a:t>
              </a:r>
              <a:r>
                <a:rPr lang="el-GR" b="1" dirty="0"/>
                <a:t>λ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4F5430A-4955-3D45-B216-B6268B6D9C89}"/>
                </a:ext>
              </a:extLst>
            </p:cNvPr>
            <p:cNvSpPr txBox="1"/>
            <p:nvPr/>
          </p:nvSpPr>
          <p:spPr>
            <a:xfrm>
              <a:off x="2881015" y="385577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pc= {}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CF199F-3694-454E-8953-7208CC7E1BC9}"/>
                </a:ext>
              </a:extLst>
            </p:cNvPr>
            <p:cNvSpPr txBox="1"/>
            <p:nvPr/>
          </p:nvSpPr>
          <p:spPr>
            <a:xfrm>
              <a:off x="2120687" y="696272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x=</a:t>
              </a:r>
              <a:r>
                <a:rPr lang="en-US" dirty="0"/>
                <a:t> 3</a:t>
              </a:r>
              <a:r>
                <a:rPr lang="el-GR" b="1" dirty="0"/>
                <a:t>λ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108938-6C90-D84F-B3F0-A83C6D665E97}"/>
                </a:ext>
              </a:extLst>
            </p:cNvPr>
            <p:cNvSpPr txBox="1"/>
            <p:nvPr/>
          </p:nvSpPr>
          <p:spPr>
            <a:xfrm>
              <a:off x="2881014" y="667469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pc= {}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7BF9656-D185-084F-A2B2-DCC9E033B0F2}"/>
                </a:ext>
              </a:extLst>
            </p:cNvPr>
            <p:cNvSpPr/>
            <p:nvPr/>
          </p:nvSpPr>
          <p:spPr>
            <a:xfrm>
              <a:off x="3328106" y="1423891"/>
              <a:ext cx="80654" cy="794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D039ED-67E4-3F4F-8966-5F0FC32F632E}"/>
                </a:ext>
              </a:extLst>
            </p:cNvPr>
            <p:cNvSpPr/>
            <p:nvPr/>
          </p:nvSpPr>
          <p:spPr>
            <a:xfrm>
              <a:off x="2212534" y="1430422"/>
              <a:ext cx="80654" cy="794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D4A18C5-736E-3047-B5FE-D00D77AB1F7D}"/>
                </a:ext>
              </a:extLst>
            </p:cNvPr>
            <p:cNvSpPr txBox="1"/>
            <p:nvPr/>
          </p:nvSpPr>
          <p:spPr>
            <a:xfrm>
              <a:off x="1842331" y="1423891"/>
              <a:ext cx="8210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pc= 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n-US" dirty="0">
                  <a:latin typeface="Courier" pitchFamily="2" charset="0"/>
                </a:rPr>
                <a:t>3</a:t>
              </a:r>
              <a:r>
                <a:rPr lang="el-GR" b="1" dirty="0"/>
                <a:t>λ</a:t>
              </a:r>
              <a:r>
                <a:rPr lang="en-US" b="1" dirty="0"/>
                <a:t>+1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  <a:endParaRPr lang="en-US" dirty="0">
                <a:latin typeface="Courier" pitchFamily="2" charset="0"/>
              </a:endParaRPr>
            </a:p>
          </p:txBody>
        </p: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EE289D9-CC74-7648-A076-5B7C0F4A7260}"/>
                </a:ext>
              </a:extLst>
            </p:cNvPr>
            <p:cNvCxnSpPr>
              <a:cxnSpLocks/>
              <a:stCxn id="20" idx="0"/>
              <a:endCxn id="41" idx="1"/>
            </p:cNvCxnSpPr>
            <p:nvPr/>
          </p:nvCxnSpPr>
          <p:spPr>
            <a:xfrm rot="5400000" flipH="1" flipV="1">
              <a:off x="3113155" y="884248"/>
              <a:ext cx="103491" cy="684058"/>
            </a:xfrm>
            <a:prstGeom prst="curvedConnector2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A64A2C-47DD-1D4B-8304-5F587C4567A7}"/>
                </a:ext>
              </a:extLst>
            </p:cNvPr>
            <p:cNvSpPr txBox="1"/>
            <p:nvPr/>
          </p:nvSpPr>
          <p:spPr>
            <a:xfrm>
              <a:off x="3506929" y="912921"/>
              <a:ext cx="8940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Fork due </a:t>
              </a:r>
            </a:p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to race</a:t>
              </a: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8107C85-CFC9-364E-AAAC-C109CCF1F255}"/>
              </a:ext>
            </a:extLst>
          </p:cNvPr>
          <p:cNvSpPr/>
          <p:nvPr/>
        </p:nvSpPr>
        <p:spPr>
          <a:xfrm>
            <a:off x="19541" y="39078"/>
            <a:ext cx="2782274" cy="106439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135C2F-89A8-074D-8437-97626C31943C}"/>
              </a:ext>
            </a:extLst>
          </p:cNvPr>
          <p:cNvSpPr/>
          <p:nvPr/>
        </p:nvSpPr>
        <p:spPr>
          <a:xfrm>
            <a:off x="29967" y="1318668"/>
            <a:ext cx="1369462" cy="51794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E4AC13-79D7-E741-8387-7FE76EC298A8}"/>
              </a:ext>
            </a:extLst>
          </p:cNvPr>
          <p:cNvSpPr/>
          <p:nvPr/>
        </p:nvSpPr>
        <p:spPr>
          <a:xfrm>
            <a:off x="1458346" y="1318668"/>
            <a:ext cx="1351287" cy="51794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4ACB93-15FF-4441-B611-8CAECA12E8F4}"/>
              </a:ext>
            </a:extLst>
          </p:cNvPr>
          <p:cNvSpPr txBox="1"/>
          <p:nvPr/>
        </p:nvSpPr>
        <p:spPr>
          <a:xfrm>
            <a:off x="-28950" y="1278690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thread1()</a:t>
            </a:r>
          </a:p>
          <a:p>
            <a:r>
              <a:rPr lang="en-US" sz="1600" dirty="0">
                <a:latin typeface="Courier" pitchFamily="2" charset="0"/>
              </a:rPr>
              <a:t> x=x+1</a:t>
            </a:r>
            <a:endParaRPr 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684223-3DDB-8143-A1FA-34CF899251C6}"/>
              </a:ext>
            </a:extLst>
          </p:cNvPr>
          <p:cNvSpPr txBox="1"/>
          <p:nvPr/>
        </p:nvSpPr>
        <p:spPr>
          <a:xfrm>
            <a:off x="1386380" y="1278328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thread2()</a:t>
            </a:r>
          </a:p>
          <a:p>
            <a:r>
              <a:rPr lang="en-US" sz="1600" dirty="0">
                <a:latin typeface="Courier" pitchFamily="2" charset="0"/>
              </a:rPr>
              <a:t> x=x/10</a:t>
            </a:r>
            <a:endParaRPr lang="en-US" sz="1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C550F2-1507-4549-B5DE-AABBE9E71612}"/>
              </a:ext>
            </a:extLst>
          </p:cNvPr>
          <p:cNvSpPr txBox="1"/>
          <p:nvPr/>
        </p:nvSpPr>
        <p:spPr>
          <a:xfrm>
            <a:off x="3964515" y="1239224"/>
            <a:ext cx="922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pc=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dirty="0">
                <a:latin typeface="Courier" pitchFamily="2" charset="0"/>
              </a:rPr>
              <a:t>3</a:t>
            </a:r>
            <a:r>
              <a:rPr lang="el-GR" b="1" dirty="0"/>
              <a:t>λ</a:t>
            </a:r>
            <a:r>
              <a:rPr lang="en-US" b="1" dirty="0"/>
              <a:t>/10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dirty="0">
              <a:latin typeface="Courier" pitchFamily="2" charset="0"/>
            </a:endParaRP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E568B9D8-852D-1349-8FE8-993C85A87DAE}"/>
              </a:ext>
            </a:extLst>
          </p:cNvPr>
          <p:cNvCxnSpPr>
            <a:cxnSpLocks/>
          </p:cNvCxnSpPr>
          <p:nvPr/>
        </p:nvCxnSpPr>
        <p:spPr>
          <a:xfrm>
            <a:off x="1560254" y="1050728"/>
            <a:ext cx="277217" cy="27447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3F6E532B-80D7-324B-A608-91661F0A34B3}"/>
              </a:ext>
            </a:extLst>
          </p:cNvPr>
          <p:cNvCxnSpPr>
            <a:cxnSpLocks/>
          </p:cNvCxnSpPr>
          <p:nvPr/>
        </p:nvCxnSpPr>
        <p:spPr>
          <a:xfrm rot="10800000" flipV="1">
            <a:off x="964649" y="1063905"/>
            <a:ext cx="295178" cy="261294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E04B7D2-6808-764E-BC92-41F70F99B0DD}"/>
              </a:ext>
            </a:extLst>
          </p:cNvPr>
          <p:cNvSpPr txBox="1"/>
          <p:nvPr/>
        </p:nvSpPr>
        <p:spPr>
          <a:xfrm>
            <a:off x="570244" y="1782129"/>
            <a:ext cx="1023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race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0338C3-CABC-DF4A-BB57-4E7D5FD7CDFC}"/>
              </a:ext>
            </a:extLst>
          </p:cNvPr>
          <p:cNvCxnSpPr>
            <a:cxnSpLocks/>
          </p:cNvCxnSpPr>
          <p:nvPr/>
        </p:nvCxnSpPr>
        <p:spPr>
          <a:xfrm>
            <a:off x="272019" y="1804584"/>
            <a:ext cx="335704" cy="127429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533714-1513-2F4D-AB66-396DCFA49DBD}"/>
              </a:ext>
            </a:extLst>
          </p:cNvPr>
          <p:cNvCxnSpPr>
            <a:cxnSpLocks/>
          </p:cNvCxnSpPr>
          <p:nvPr/>
        </p:nvCxnSpPr>
        <p:spPr>
          <a:xfrm flipV="1">
            <a:off x="1435619" y="1782131"/>
            <a:ext cx="263244" cy="167601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364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70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Baris Kasikci</cp:lastModifiedBy>
  <cp:revision>4</cp:revision>
  <dcterms:created xsi:type="dcterms:W3CDTF">2019-07-10T00:50:00Z</dcterms:created>
  <dcterms:modified xsi:type="dcterms:W3CDTF">2019-07-10T01:32:23Z</dcterms:modified>
</cp:coreProperties>
</file>