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0"/>
    <p:restoredTop sz="94647"/>
  </p:normalViewPr>
  <p:slideViewPr>
    <p:cSldViewPr snapToGrid="0" snapToObjects="1">
      <p:cViewPr varScale="1">
        <p:scale>
          <a:sx n="108" d="100"/>
          <a:sy n="108" d="100"/>
        </p:scale>
        <p:origin x="224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4A28-EDF6-6541-9168-6E57AC632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136A1-E162-2546-90A4-CD906AB00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339F6-8577-CA42-9ECC-F9B71B6E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608C-E346-6649-9A28-D2F095EE8230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731CC-200D-CC4A-BBE7-ACE7A28D1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2CE9E-AC1A-184C-BE86-93971B2F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73A67-617C-C343-994E-EFAD8C44C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99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E37D-4D64-314B-B5EC-28283D9AA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74B97-6ADA-E647-8D49-BCC53C489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03CE2-B595-5940-823F-08C89889A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608C-E346-6649-9A28-D2F095EE8230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D1590-BB18-D94F-B133-6623B3943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8FE98-3D17-294F-854A-624D6E971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73A67-617C-C343-994E-EFAD8C44C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584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EAADB-BF91-644C-949B-0B3AFF95E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C0A20-3503-4D46-B054-CF5A72456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354FC-E281-594E-BB37-234F2A7F6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608C-E346-6649-9A28-D2F095EE8230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2939A-5238-3A4D-AAE7-43BFAEA6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3BA8A-3B8A-144B-96E5-358349998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73A67-617C-C343-994E-EFAD8C44C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9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A1234-4D7A-0447-8B9A-BC4562025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1F056-85CA-A74A-B48A-53E09CD91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1CB5F-5EBF-E840-B9F5-42E9ED3FF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3B68B-5CF2-1E4A-BCD9-30E4F7019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608C-E346-6649-9A28-D2F095EE8230}" type="datetimeFigureOut">
              <a:rPr lang="en-US" smtClean="0"/>
              <a:t>7/6/19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8C272-AC78-2048-A807-C94707F8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F8A4D-7962-074F-A681-B12A6D15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73A67-617C-C343-994E-EFAD8C44C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50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E65D-A780-9748-88BA-36B13B9A4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66534-07D3-D948-9083-FBE8DAA5C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3A65B-87FE-5C47-8C92-2B785F603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314ADC-6B12-CA47-BAE8-E76CB70974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304A0A-679E-754A-871A-4BDC78E64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0B592-BF26-EB46-803B-605904F5D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608C-E346-6649-9A28-D2F095EE8230}" type="datetimeFigureOut">
              <a:rPr lang="en-US" smtClean="0"/>
              <a:t>7/6/19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CD52D-6FDB-0A41-B138-4201BCFCC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A18B3-7A5D-9B4F-AFDC-37F175715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73A67-617C-C343-994E-EFAD8C44C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03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18EF0-AED3-A547-9B58-6950EFA4A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AD6F0-3A1A-0646-8590-99C7AB8F1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608C-E346-6649-9A28-D2F095EE8230}" type="datetimeFigureOut">
              <a:rPr lang="en-US" smtClean="0"/>
              <a:t>7/6/19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6461C-461D-594F-9A84-6E0591504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BAE96-2869-FB4D-B0BF-7BD10F493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73A67-617C-C343-994E-EFAD8C44C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9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6BAA70-7F30-A040-A110-2C09A79B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608C-E346-6649-9A28-D2F095EE8230}" type="datetimeFigureOut">
              <a:rPr lang="en-US" smtClean="0"/>
              <a:t>7/6/19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9B3FF2-5A2A-D442-94C5-CC7537B2B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55D08-D481-0D48-97AC-F90CCFAB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73A67-617C-C343-994E-EFAD8C44C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29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5A228-D1A0-3D4D-8253-053A5B9CD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850D6-09AF-7845-96D0-2972B042D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B3AE1-CAD9-984B-A2FF-0EF0FB501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54F50-E194-3A46-A87C-83514B979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608C-E346-6649-9A28-D2F095EE8230}" type="datetimeFigureOut">
              <a:rPr lang="en-US" smtClean="0"/>
              <a:t>7/6/19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56B417-025C-F248-B961-72240076C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DF4A4-A5D3-4245-B169-3C9E08FBE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73A67-617C-C343-994E-EFAD8C44C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28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A0E6C-BD49-4F42-BA52-82EA12B86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BE48EF-F8C1-A544-8480-B91DFB161A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9EFD3-B351-EC4F-8302-18D483FA4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6E88F-C10D-7149-AA4D-B29483036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608C-E346-6649-9A28-D2F095EE8230}" type="datetimeFigureOut">
              <a:rPr lang="en-US" smtClean="0"/>
              <a:t>7/6/19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5DA14-FAA2-5C49-A43B-78D6125F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A2C6A-BF2C-9B44-BF09-FC4F77710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73A67-617C-C343-994E-EFAD8C44C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54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8261A-3EEC-2C4F-85C2-FD039AEDC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4F55E0-7CBA-164D-8DED-F75BD6EA9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A5264-1D65-B242-87D6-AD63E2307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608C-E346-6649-9A28-D2F095EE8230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C2CC1-4C66-7C48-BCA7-C7BD9EB4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91ACB-DD1F-C04C-A87E-72F3DAA0F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73A67-617C-C343-994E-EFAD8C44C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0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40B97E-3542-AF40-9BD3-F5442C2C77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3005D-E190-A440-9B2B-453504AF6E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6F716-6D5B-8749-9D0D-FDCF1EBEE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608C-E346-6649-9A28-D2F095EE8230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C9721-5A3B-4247-9D45-F0779B3DA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CE72A-D282-6148-9292-BADFFE601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73A67-617C-C343-994E-EFAD8C44C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80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E9C149-538F-B041-9BED-1AFEDE9B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07A99-4815-BE42-9CD3-EA8987341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92C59-FDC2-AD41-BC66-D2F6968BC0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E608C-E346-6649-9A28-D2F095EE8230}" type="datetimeFigureOut">
              <a:rPr lang="en-US" smtClean="0"/>
              <a:t>7/6/19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A2052-60CD-D941-9A6E-E5710813D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6CF79-BAE9-674D-8CC1-73F8E2A97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73A67-617C-C343-994E-EFAD8C44C2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48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8F38E1E-8DD9-5E4B-BE92-5957DA7047F4}"/>
              </a:ext>
            </a:extLst>
          </p:cNvPr>
          <p:cNvGrpSpPr/>
          <p:nvPr/>
        </p:nvGrpSpPr>
        <p:grpSpPr>
          <a:xfrm>
            <a:off x="0" y="575592"/>
            <a:ext cx="649537" cy="900540"/>
            <a:chOff x="3083618" y="1475907"/>
            <a:chExt cx="649537" cy="90054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0EB3A4C-D545-D84D-A2A0-CE11A8AAF477}"/>
                </a:ext>
              </a:extLst>
            </p:cNvPr>
            <p:cNvSpPr txBox="1"/>
            <p:nvPr/>
          </p:nvSpPr>
          <p:spPr>
            <a:xfrm>
              <a:off x="3083618" y="1475907"/>
              <a:ext cx="6495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Time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6AE9F7A-7F4C-8E46-B587-6FFBBD229006}"/>
                </a:ext>
              </a:extLst>
            </p:cNvPr>
            <p:cNvCxnSpPr>
              <a:cxnSpLocks/>
            </p:cNvCxnSpPr>
            <p:nvPr/>
          </p:nvCxnSpPr>
          <p:spPr>
            <a:xfrm>
              <a:off x="3424213" y="1845239"/>
              <a:ext cx="0" cy="5312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F68DAC8-A6BA-784D-AA5C-AA6CC8F9ED17}"/>
              </a:ext>
            </a:extLst>
          </p:cNvPr>
          <p:cNvSpPr txBox="1"/>
          <p:nvPr/>
        </p:nvSpPr>
        <p:spPr>
          <a:xfrm>
            <a:off x="887029" y="369332"/>
            <a:ext cx="9989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lock(l)</a:t>
            </a:r>
          </a:p>
          <a:p>
            <a:r>
              <a:rPr lang="en-US" dirty="0"/>
              <a:t>X=NULL</a:t>
            </a:r>
          </a:p>
          <a:p>
            <a:r>
              <a:rPr lang="en-US" dirty="0"/>
              <a:t>unlock(l)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351FF8-673E-C442-9D45-FDB0DFDE6FDF}"/>
              </a:ext>
            </a:extLst>
          </p:cNvPr>
          <p:cNvSpPr txBox="1"/>
          <p:nvPr/>
        </p:nvSpPr>
        <p:spPr>
          <a:xfrm>
            <a:off x="803904" y="0"/>
            <a:ext cx="1023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5ABC26-F92F-B146-9400-9369C77FED0A}"/>
              </a:ext>
            </a:extLst>
          </p:cNvPr>
          <p:cNvSpPr txBox="1"/>
          <p:nvPr/>
        </p:nvSpPr>
        <p:spPr>
          <a:xfrm>
            <a:off x="2486807" y="0"/>
            <a:ext cx="1023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Thread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E94A20-1326-0A43-9B23-94581E86D2D4}"/>
              </a:ext>
            </a:extLst>
          </p:cNvPr>
          <p:cNvSpPr txBox="1"/>
          <p:nvPr/>
        </p:nvSpPr>
        <p:spPr>
          <a:xfrm>
            <a:off x="2507431" y="1173908"/>
            <a:ext cx="12795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lock(l)</a:t>
            </a:r>
          </a:p>
          <a:p>
            <a:r>
              <a:rPr lang="en-US" dirty="0"/>
              <a:t>(*x)-&gt;</a:t>
            </a:r>
            <a:r>
              <a:rPr lang="en-US" dirty="0" err="1"/>
              <a:t>func</a:t>
            </a:r>
            <a:r>
              <a:rPr lang="en-US" dirty="0"/>
              <a:t>()</a:t>
            </a:r>
          </a:p>
          <a:p>
            <a:r>
              <a:rPr lang="en-US" dirty="0"/>
              <a:t>unlock(l)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7CBB10-0F58-BD42-AD6C-7206A16A4EF2}"/>
              </a:ext>
            </a:extLst>
          </p:cNvPr>
          <p:cNvCxnSpPr>
            <a:cxnSpLocks/>
          </p:cNvCxnSpPr>
          <p:nvPr/>
        </p:nvCxnSpPr>
        <p:spPr>
          <a:xfrm>
            <a:off x="1765427" y="836600"/>
            <a:ext cx="789504" cy="810848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CE4B710-F9E6-5B42-885E-6E503D01FF30}"/>
              </a:ext>
            </a:extLst>
          </p:cNvPr>
          <p:cNvSpPr/>
          <p:nvPr/>
        </p:nvSpPr>
        <p:spPr>
          <a:xfrm>
            <a:off x="922654" y="698533"/>
            <a:ext cx="842773" cy="246391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FBD20C-A1B5-8141-9C57-E84A2249CF94}"/>
              </a:ext>
            </a:extLst>
          </p:cNvPr>
          <p:cNvSpPr/>
          <p:nvPr/>
        </p:nvSpPr>
        <p:spPr>
          <a:xfrm>
            <a:off x="2569932" y="1500502"/>
            <a:ext cx="1131174" cy="28612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29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29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Baris Kasikci</dc:creator>
  <cp:lastModifiedBy>Baris Kasikci</cp:lastModifiedBy>
  <cp:revision>4</cp:revision>
  <dcterms:created xsi:type="dcterms:W3CDTF">2019-07-07T03:19:47Z</dcterms:created>
  <dcterms:modified xsi:type="dcterms:W3CDTF">2019-07-07T03:43:31Z</dcterms:modified>
</cp:coreProperties>
</file>