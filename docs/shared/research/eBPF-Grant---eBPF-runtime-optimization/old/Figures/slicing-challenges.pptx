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8"/>
    <p:restoredTop sz="94605"/>
  </p:normalViewPr>
  <p:slideViewPr>
    <p:cSldViewPr snapToGrid="0" snapToObjects="1">
      <p:cViewPr>
        <p:scale>
          <a:sx n="210" d="100"/>
          <a:sy n="210" d="100"/>
        </p:scale>
        <p:origin x="5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2D76-1EA1-2842-AE3E-9557F3B8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23C90-583F-C142-BCF7-EACF82BA6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72FC8-908D-8C4A-960B-EB3720E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4BE0-EDCF-2A41-A651-6D2F69FC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95C4-502B-8948-BEF8-C7D9F3EB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4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0B6E-B248-FE41-B180-9DD258CB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3667-A616-1044-AB10-F1B38CDD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C3D89-143B-0749-915F-9E8D5D05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3DF6D-0693-F945-B7C9-BA728619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73CAE-CE87-E44E-9669-9E6675D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758F-64EF-2A48-8E12-4DDDD53B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B3FA3-72C2-D845-8256-E2902FF73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ABFBD-33DE-DD40-97ED-3ACB261B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C61FD-6575-2843-8F0D-6C5B5A69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4AA9-D848-6746-9095-40517A8F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69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97B6-75C9-E04B-8B74-2749BC08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50E0-137B-EE40-A88D-DC031ACD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0708C-A1B1-FA45-9695-A57381B7D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9753E-7E2A-E347-99F1-3F9E1A14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1C82-B1AD-7043-8BEB-2A90EE02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AF5D9-A928-404D-AFB1-6F451B0A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6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5944-FEE6-ED48-B7B8-9353F99B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C3CAA-9DFD-CE4E-B1FC-31D81AD08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608FC-0985-0741-8A01-E7A4EAD4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79577-466C-A64B-9068-3B0BB6601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CA9F1-A559-0740-B117-AAEC07110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8CAB5-56DF-5A44-9A11-A0D8D3C1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7BA4D-8578-7E43-819A-CD2A38FB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8336F-C163-9645-828B-1E931620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2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4399-259A-7444-BF48-79D19AF38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ED5C2-828C-1D4A-AAF4-AFFB1326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F509C-FD2B-A449-8953-2B73CE84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A446D-F028-1C48-8B13-675C12ED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E219E-B072-8F41-BD63-034CF897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E7D11-2F91-7848-A35A-E1EDEFC1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0C38E-4DC3-EE47-AEE8-5BFEDB11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6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8644-A490-DC49-BA74-A1728720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BF5EA-D17D-FD47-AAAA-E956FC67B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882D5-154B-B14F-9FB0-D1B7E3140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E795B-FC6B-F641-B3E2-EAA9AB4D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F233B-50DC-AF41-8EC8-130C0650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6F139-45FB-CA46-BBB8-B2168CBA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5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B5EF3-7448-A341-AE9A-D3FD824D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CEC7D-90E3-3C40-86EA-34A5C1086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9C4D9-B845-C443-BF44-1782BA5CB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A8143-336B-E94F-9A3C-AE4BDE0A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06BEF-CB7B-1346-BACD-D31C71A4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CF347-143C-F44B-8ED9-10DB86CA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7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9FE5-8E1A-A444-9458-4A7827761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AD98E-B419-D644-930C-A0FB07CAE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5D74B-6F1F-EF43-B1D1-CE75E9A0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2961-1922-1E4A-91B8-FAF5A02B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6CF1-5003-B74C-860D-4ED0667A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82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2B4E5-BD15-8942-BB80-EF3A870E5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A44E2-D8A4-C14D-93A1-924A185D5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05AB2-9614-8547-BEC4-B6D9AE4A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8F3CD-7009-904F-8796-C39D3AB3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411AC-29B7-A044-8E2E-706FB412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9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CA395-197E-6C45-9D3A-4B9C7543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2BA06-D585-E841-AC37-2718347F1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1099F-3CAE-7B40-8022-187313F2F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BF3C-4866-5948-B6BB-9E45A60143BC}" type="datetimeFigureOut">
              <a:rPr lang="en-US" smtClean="0"/>
              <a:t>7/10/19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26228-BB54-3546-B758-023523ACE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D5A2-95E6-1042-B5D9-EEAD3CDB8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28253-240C-F243-A66F-BE4AC4A6C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4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0EE3AB55-17D3-C744-80AC-F5225FD6C912}"/>
              </a:ext>
            </a:extLst>
          </p:cNvPr>
          <p:cNvSpPr/>
          <p:nvPr/>
        </p:nvSpPr>
        <p:spPr>
          <a:xfrm>
            <a:off x="14794" y="3851547"/>
            <a:ext cx="1673060" cy="4435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2DF881E-D705-6942-8D74-EA3C917B88DB}"/>
              </a:ext>
            </a:extLst>
          </p:cNvPr>
          <p:cNvSpPr/>
          <p:nvPr/>
        </p:nvSpPr>
        <p:spPr>
          <a:xfrm>
            <a:off x="13955" y="2656410"/>
            <a:ext cx="1673060" cy="566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84217B-CF28-B440-AC1F-4442AB0361F1}"/>
              </a:ext>
            </a:extLst>
          </p:cNvPr>
          <p:cNvSpPr/>
          <p:nvPr/>
        </p:nvSpPr>
        <p:spPr>
          <a:xfrm>
            <a:off x="13955" y="425299"/>
            <a:ext cx="2579730" cy="13442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5C706C-DCDB-B643-9A64-EF32DADD492E}"/>
              </a:ext>
            </a:extLst>
          </p:cNvPr>
          <p:cNvGrpSpPr/>
          <p:nvPr/>
        </p:nvGrpSpPr>
        <p:grpSpPr>
          <a:xfrm>
            <a:off x="410756" y="862751"/>
            <a:ext cx="893064" cy="469392"/>
            <a:chOff x="475488" y="640080"/>
            <a:chExt cx="893064" cy="4693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6440C38-AC25-E24B-9DAF-C8E9FD7A62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104" y="640080"/>
              <a:ext cx="530352" cy="469392"/>
            </a:xfrm>
            <a:prstGeom prst="line">
              <a:avLst/>
            </a:prstGeom>
            <a:ln w="1905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5A5C8A5-8B10-EA47-B95C-E8C6C9BDE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552" y="640080"/>
              <a:ext cx="0" cy="46939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B471A59-276C-D645-BF3E-ACC3CA935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7280" y="640080"/>
              <a:ext cx="265176" cy="46939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20C581-955B-444D-8FF6-23CE962A8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488" y="640080"/>
              <a:ext cx="886968" cy="46939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D4858A-D8CF-4C4F-83F1-5704BC4EDCD7}"/>
              </a:ext>
            </a:extLst>
          </p:cNvPr>
          <p:cNvGrpSpPr/>
          <p:nvPr/>
        </p:nvGrpSpPr>
        <p:grpSpPr>
          <a:xfrm flipH="1">
            <a:off x="1303824" y="862751"/>
            <a:ext cx="886968" cy="469392"/>
            <a:chOff x="475488" y="640080"/>
            <a:chExt cx="886968" cy="46939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4C0751-E0A0-3E48-8E91-9BAE5D2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104" y="640080"/>
              <a:ext cx="530352" cy="46939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A0039B-7F87-2249-A488-89E133E68C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7280" y="640080"/>
              <a:ext cx="265176" cy="469392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309AF7-9E97-A348-9940-1F81E02009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488" y="640080"/>
              <a:ext cx="886968" cy="469392"/>
            </a:xfrm>
            <a:prstGeom prst="line">
              <a:avLst/>
            </a:prstGeom>
            <a:ln w="19050">
              <a:solidFill>
                <a:schemeClr val="tx1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04673D3-12C1-3C4C-BF9E-A03046143F08}"/>
              </a:ext>
            </a:extLst>
          </p:cNvPr>
          <p:cNvSpPr txBox="1"/>
          <p:nvPr/>
        </p:nvSpPr>
        <p:spPr>
          <a:xfrm>
            <a:off x="-831" y="1344018"/>
            <a:ext cx="8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</a:t>
            </a:r>
            <a:r>
              <a:rPr lang="en-US" baseline="-250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8A14F-F346-C449-8DA3-2E619DBD4A3A}"/>
              </a:ext>
            </a:extLst>
          </p:cNvPr>
          <p:cNvSpPr txBox="1"/>
          <p:nvPr/>
        </p:nvSpPr>
        <p:spPr>
          <a:xfrm>
            <a:off x="889531" y="1344018"/>
            <a:ext cx="77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target</a:t>
            </a:r>
            <a:r>
              <a:rPr lang="en-US" baseline="-25000" dirty="0" err="1"/>
              <a:t>i</a:t>
            </a:r>
            <a:endParaRPr lang="en-US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C9C484-D032-D945-8599-E098D038E7C6}"/>
              </a:ext>
            </a:extLst>
          </p:cNvPr>
          <p:cNvSpPr txBox="1"/>
          <p:nvPr/>
        </p:nvSpPr>
        <p:spPr>
          <a:xfrm>
            <a:off x="1754121" y="1344018"/>
            <a:ext cx="824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target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CCD6B8-D2A2-8544-BCD7-E345A8E05553}"/>
              </a:ext>
            </a:extLst>
          </p:cNvPr>
          <p:cNvSpPr txBox="1"/>
          <p:nvPr/>
        </p:nvSpPr>
        <p:spPr>
          <a:xfrm>
            <a:off x="837379" y="493419"/>
            <a:ext cx="909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site</a:t>
            </a:r>
            <a:endParaRPr lang="en-US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9F937-C3AA-604F-954E-EE6472BF92C8}"/>
              </a:ext>
            </a:extLst>
          </p:cNvPr>
          <p:cNvSpPr txBox="1"/>
          <p:nvPr/>
        </p:nvSpPr>
        <p:spPr>
          <a:xfrm>
            <a:off x="-47500" y="0"/>
            <a:ext cx="2298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dirty="0"/>
              <a:t>Many jump targets</a:t>
            </a:r>
            <a:endParaRPr lang="en-US" baseline="-25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875E5-7A1D-254D-8D5C-3C75A8D5F950}"/>
              </a:ext>
            </a:extLst>
          </p:cNvPr>
          <p:cNvSpPr/>
          <p:nvPr/>
        </p:nvSpPr>
        <p:spPr>
          <a:xfrm>
            <a:off x="14794" y="3246098"/>
            <a:ext cx="1673060" cy="581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C109F6-D155-F94C-B85D-CF2051B8544C}"/>
              </a:ext>
            </a:extLst>
          </p:cNvPr>
          <p:cNvSpPr/>
          <p:nvPr/>
        </p:nvSpPr>
        <p:spPr>
          <a:xfrm>
            <a:off x="2693930" y="432403"/>
            <a:ext cx="2579730" cy="13442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C1E4DC-DE90-4E46-8C94-97EB6AD3B6BB}"/>
              </a:ext>
            </a:extLst>
          </p:cNvPr>
          <p:cNvSpPr txBox="1"/>
          <p:nvPr/>
        </p:nvSpPr>
        <p:spPr>
          <a:xfrm>
            <a:off x="96648" y="4337835"/>
            <a:ext cx="7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failure</a:t>
            </a:r>
            <a:endParaRPr lang="en-US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29BBA6-1B46-4A43-963C-5FA823990C19}"/>
              </a:ext>
            </a:extLst>
          </p:cNvPr>
          <p:cNvSpPr txBox="1"/>
          <p:nvPr/>
        </p:nvSpPr>
        <p:spPr>
          <a:xfrm>
            <a:off x="2693930" y="383178"/>
            <a:ext cx="54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ptr</a:t>
            </a:r>
            <a:r>
              <a:rPr lang="en-US" baseline="-25000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F0C3AA-90DA-5E40-8D70-6968763C69B6}"/>
              </a:ext>
            </a:extLst>
          </p:cNvPr>
          <p:cNvSpPr txBox="1"/>
          <p:nvPr/>
        </p:nvSpPr>
        <p:spPr>
          <a:xfrm>
            <a:off x="2716372" y="881428"/>
            <a:ext cx="497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ptr</a:t>
            </a:r>
            <a:r>
              <a:rPr lang="en-US" baseline="-25000" dirty="0" err="1"/>
              <a:t>i</a:t>
            </a:r>
            <a:endParaRPr lang="en-US" baseline="-25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D0EA5C-699B-E14C-A58B-09ECD17D0C21}"/>
              </a:ext>
            </a:extLst>
          </p:cNvPr>
          <p:cNvSpPr txBox="1"/>
          <p:nvPr/>
        </p:nvSpPr>
        <p:spPr>
          <a:xfrm>
            <a:off x="2693930" y="1369909"/>
            <a:ext cx="54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ptr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9BCB45C-601B-6541-B012-F82FCC3BDB8D}"/>
              </a:ext>
            </a:extLst>
          </p:cNvPr>
          <p:cNvCxnSpPr>
            <a:cxnSpLocks/>
          </p:cNvCxnSpPr>
          <p:nvPr/>
        </p:nvCxnSpPr>
        <p:spPr>
          <a:xfrm flipH="1" flipV="1">
            <a:off x="3348806" y="567844"/>
            <a:ext cx="662362" cy="5318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D1306F4-4C7A-3D42-B89E-772165E56E9A}"/>
              </a:ext>
            </a:extLst>
          </p:cNvPr>
          <p:cNvCxnSpPr>
            <a:cxnSpLocks/>
          </p:cNvCxnSpPr>
          <p:nvPr/>
        </p:nvCxnSpPr>
        <p:spPr>
          <a:xfrm flipH="1">
            <a:off x="3356643" y="1093437"/>
            <a:ext cx="65726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4A76C25-50EA-7C4E-966B-D2BA15ED8C75}"/>
              </a:ext>
            </a:extLst>
          </p:cNvPr>
          <p:cNvCxnSpPr>
            <a:cxnSpLocks/>
          </p:cNvCxnSpPr>
          <p:nvPr/>
        </p:nvCxnSpPr>
        <p:spPr>
          <a:xfrm flipH="1">
            <a:off x="3362580" y="1104720"/>
            <a:ext cx="641737" cy="5143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F54C3EE-2518-9C43-BED3-637839520872}"/>
              </a:ext>
            </a:extLst>
          </p:cNvPr>
          <p:cNvSpPr txBox="1"/>
          <p:nvPr/>
        </p:nvSpPr>
        <p:spPr>
          <a:xfrm>
            <a:off x="4129026" y="776530"/>
            <a:ext cx="976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memory</a:t>
            </a:r>
          </a:p>
          <a:p>
            <a:pPr algn="ctr"/>
            <a:r>
              <a:rPr lang="en-US" dirty="0"/>
              <a:t>location</a:t>
            </a:r>
            <a:endParaRPr lang="en-US" baseline="-25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B6118B-4B80-C84E-A748-EE02ACF1DA83}"/>
              </a:ext>
            </a:extLst>
          </p:cNvPr>
          <p:cNvSpPr txBox="1"/>
          <p:nvPr/>
        </p:nvSpPr>
        <p:spPr>
          <a:xfrm>
            <a:off x="2616401" y="0"/>
            <a:ext cx="2734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Inaccurate alias analysis</a:t>
            </a:r>
            <a:endParaRPr lang="en-US" baseline="-250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0DDF478-8057-9140-990B-C1A6C369CDD9}"/>
              </a:ext>
            </a:extLst>
          </p:cNvPr>
          <p:cNvGrpSpPr/>
          <p:nvPr/>
        </p:nvGrpSpPr>
        <p:grpSpPr>
          <a:xfrm>
            <a:off x="37076" y="2649425"/>
            <a:ext cx="900639" cy="1607508"/>
            <a:chOff x="703555" y="2754919"/>
            <a:chExt cx="1229632" cy="253559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6F6EB1F-880A-8245-8AAA-67F0629EB6E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171" y="4319337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99C9D8F-8891-AE4C-AC1B-2BE19499A8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217" y="4319337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6DB9630-8303-8741-BDED-0FED67C7EF00}"/>
                </a:ext>
              </a:extLst>
            </p:cNvPr>
            <p:cNvCxnSpPr>
              <a:cxnSpLocks/>
            </p:cNvCxnSpPr>
            <p:nvPr/>
          </p:nvCxnSpPr>
          <p:spPr>
            <a:xfrm>
              <a:off x="914285" y="4007102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F8536F2-0883-3445-ADC7-BE5CE89EA3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331" y="4007102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D577D86-BC56-C64E-A6AA-A4D446CB7450}"/>
                </a:ext>
              </a:extLst>
            </p:cNvPr>
            <p:cNvCxnSpPr>
              <a:cxnSpLocks/>
            </p:cNvCxnSpPr>
            <p:nvPr/>
          </p:nvCxnSpPr>
          <p:spPr>
            <a:xfrm>
              <a:off x="703555" y="3703326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DAC5B2F-76C6-D04E-8371-F734239F5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601" y="3703326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52842F9-668E-5740-94A6-6A5167E7C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5309" y="4010657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BFE4D5D-C8D0-484A-B791-9894B6150B20}"/>
                </a:ext>
              </a:extLst>
            </p:cNvPr>
            <p:cNvCxnSpPr>
              <a:cxnSpLocks/>
            </p:cNvCxnSpPr>
            <p:nvPr/>
          </p:nvCxnSpPr>
          <p:spPr>
            <a:xfrm>
              <a:off x="1520630" y="3701977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2C0EDD5-F27B-E345-94C7-4F766F7A25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7676" y="3701977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A537DF9-F9CB-C647-8723-AF3D638A5AF5}"/>
                </a:ext>
              </a:extLst>
            </p:cNvPr>
            <p:cNvSpPr/>
            <p:nvPr/>
          </p:nvSpPr>
          <p:spPr>
            <a:xfrm>
              <a:off x="886021" y="3971932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7E4CE4F-0197-D44C-A7F7-D322AFD2BF69}"/>
                </a:ext>
              </a:extLst>
            </p:cNvPr>
            <p:cNvSpPr/>
            <p:nvPr/>
          </p:nvSpPr>
          <p:spPr>
            <a:xfrm>
              <a:off x="1088661" y="4275055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1F4B361-ABB5-5949-901B-834A4520AB4E}"/>
                </a:ext>
              </a:extLst>
            </p:cNvPr>
            <p:cNvSpPr/>
            <p:nvPr/>
          </p:nvSpPr>
          <p:spPr>
            <a:xfrm>
              <a:off x="1314591" y="4589292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437CD16-7427-4D46-A4C6-7D9B4D3B03EA}"/>
                </a:ext>
              </a:extLst>
            </p:cNvPr>
            <p:cNvSpPr/>
            <p:nvPr/>
          </p:nvSpPr>
          <p:spPr>
            <a:xfrm>
              <a:off x="1701458" y="3968723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D9B0CE6-DA2E-0141-9016-649CD8DA0BA7}"/>
                </a:ext>
              </a:extLst>
            </p:cNvPr>
            <p:cNvCxnSpPr>
              <a:cxnSpLocks/>
            </p:cNvCxnSpPr>
            <p:nvPr/>
          </p:nvCxnSpPr>
          <p:spPr>
            <a:xfrm>
              <a:off x="920281" y="4600439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820B406-E596-3A45-9BAC-5B7BE33BFD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4103" y="4951564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4D039E4-A4BA-C847-8D63-F5A479C32C42}"/>
                </a:ext>
              </a:extLst>
            </p:cNvPr>
            <p:cNvSpPr/>
            <p:nvPr/>
          </p:nvSpPr>
          <p:spPr>
            <a:xfrm>
              <a:off x="1339523" y="5220170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553A573B-20FF-974D-B0CE-CFC81374BF03}"/>
                </a:ext>
              </a:extLst>
            </p:cNvPr>
            <p:cNvSpPr/>
            <p:nvPr/>
          </p:nvSpPr>
          <p:spPr>
            <a:xfrm>
              <a:off x="1486600" y="3661438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006C906-1C42-D94C-A28B-FFEE22F939D4}"/>
                </a:ext>
              </a:extLst>
            </p:cNvPr>
            <p:cNvCxnSpPr>
              <a:cxnSpLocks/>
            </p:cNvCxnSpPr>
            <p:nvPr/>
          </p:nvCxnSpPr>
          <p:spPr>
            <a:xfrm>
              <a:off x="1286239" y="3373385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B7A6D7-2B81-1042-A9BF-36908FB9E60A}"/>
                </a:ext>
              </a:extLst>
            </p:cNvPr>
            <p:cNvCxnSpPr>
              <a:cxnSpLocks/>
            </p:cNvCxnSpPr>
            <p:nvPr/>
          </p:nvCxnSpPr>
          <p:spPr>
            <a:xfrm>
              <a:off x="1297234" y="2767680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9ACEAB2-D34B-0446-AA15-3DBE9CCA61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1638" y="3063546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7FA42A9-D5BF-1F43-84AB-3A986B18DD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9000" y="4941103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EF44B58-32B4-9846-ABFF-00C37A2B9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2079" y="2754919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BD9363F-BF67-EF44-8893-158E985F25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883" y="3064943"/>
              <a:ext cx="217046" cy="31223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2804555-3A21-0749-82AE-25C9B21305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373" y="4623113"/>
              <a:ext cx="195511" cy="31223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979AB58-AA1D-A04E-B597-2B902C976F5B}"/>
                </a:ext>
              </a:extLst>
            </p:cNvPr>
            <p:cNvSpPr/>
            <p:nvPr/>
          </p:nvSpPr>
          <p:spPr>
            <a:xfrm>
              <a:off x="1128793" y="4891719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D99532C-7610-B24F-A955-DBCEEBC56A79}"/>
                </a:ext>
              </a:extLst>
            </p:cNvPr>
            <p:cNvSpPr/>
            <p:nvPr/>
          </p:nvSpPr>
          <p:spPr>
            <a:xfrm>
              <a:off x="1272913" y="3361387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DC9E26F-C7D5-E849-A537-544019D7E963}"/>
                </a:ext>
              </a:extLst>
            </p:cNvPr>
            <p:cNvSpPr/>
            <p:nvPr/>
          </p:nvSpPr>
          <p:spPr>
            <a:xfrm>
              <a:off x="1480250" y="3038696"/>
              <a:ext cx="70339" cy="703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A807E060-525A-0D47-A2E1-679366363482}"/>
              </a:ext>
            </a:extLst>
          </p:cNvPr>
          <p:cNvSpPr txBox="1"/>
          <p:nvPr/>
        </p:nvSpPr>
        <p:spPr>
          <a:xfrm>
            <a:off x="1026193" y="3871471"/>
            <a:ext cx="66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trace</a:t>
            </a:r>
            <a:endParaRPr lang="en-US" baseline="-25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F1EE3FE-58B1-B447-9F58-952CF53F802E}"/>
              </a:ext>
            </a:extLst>
          </p:cNvPr>
          <p:cNvSpPr txBox="1"/>
          <p:nvPr/>
        </p:nvSpPr>
        <p:spPr>
          <a:xfrm>
            <a:off x="1026193" y="2713334"/>
            <a:ext cx="660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trace</a:t>
            </a:r>
            <a:endParaRPr lang="en-US" baseline="-250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BB2C518-9799-CD47-BE20-90FA7161224A}"/>
              </a:ext>
            </a:extLst>
          </p:cNvPr>
          <p:cNvSpPr txBox="1"/>
          <p:nvPr/>
        </p:nvSpPr>
        <p:spPr>
          <a:xfrm>
            <a:off x="1020935" y="3193036"/>
            <a:ext cx="66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  <a:p>
            <a:r>
              <a:rPr lang="en-US" dirty="0"/>
              <a:t>trace</a:t>
            </a:r>
            <a:endParaRPr lang="en-US" baseline="-25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984C98-466F-B441-87E1-CC0C0E0AD630}"/>
              </a:ext>
            </a:extLst>
          </p:cNvPr>
          <p:cNvSpPr txBox="1"/>
          <p:nvPr/>
        </p:nvSpPr>
        <p:spPr>
          <a:xfrm>
            <a:off x="-47500" y="1992290"/>
            <a:ext cx="1428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Flow </a:t>
            </a:r>
          </a:p>
          <a:p>
            <a:r>
              <a:rPr lang="en-US" dirty="0"/>
              <a:t>Divergence</a:t>
            </a:r>
            <a:endParaRPr lang="en-US" baseline="-2500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8157D19-F77B-364D-89AF-5B5E192C49F1}"/>
              </a:ext>
            </a:extLst>
          </p:cNvPr>
          <p:cNvCxnSpPr>
            <a:cxnSpLocks/>
          </p:cNvCxnSpPr>
          <p:nvPr/>
        </p:nvCxnSpPr>
        <p:spPr>
          <a:xfrm>
            <a:off x="578909" y="3940569"/>
            <a:ext cx="67199" cy="8367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C58049-4199-FA49-94B4-B93C37C6980D}"/>
              </a:ext>
            </a:extLst>
          </p:cNvPr>
          <p:cNvCxnSpPr>
            <a:cxnSpLocks/>
          </p:cNvCxnSpPr>
          <p:nvPr/>
        </p:nvCxnSpPr>
        <p:spPr>
          <a:xfrm flipH="1">
            <a:off x="665187" y="3840668"/>
            <a:ext cx="143200" cy="1979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35AFAC8A-4A5B-9B40-B38A-02C0FFAC1664}"/>
              </a:ext>
            </a:extLst>
          </p:cNvPr>
          <p:cNvSpPr/>
          <p:nvPr/>
        </p:nvSpPr>
        <p:spPr>
          <a:xfrm>
            <a:off x="649232" y="4019563"/>
            <a:ext cx="51520" cy="445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18BE2D-ED88-F548-82C0-8B44346C4321}"/>
              </a:ext>
            </a:extLst>
          </p:cNvPr>
          <p:cNvGrpSpPr/>
          <p:nvPr/>
        </p:nvGrpSpPr>
        <p:grpSpPr>
          <a:xfrm flipH="1">
            <a:off x="185962" y="2632537"/>
            <a:ext cx="229478" cy="223488"/>
            <a:chOff x="1222898" y="4698968"/>
            <a:chExt cx="229478" cy="22348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6D12445-8F78-D14E-B949-C6B3BD8442E6}"/>
                </a:ext>
              </a:extLst>
            </p:cNvPr>
            <p:cNvCxnSpPr>
              <a:cxnSpLocks/>
            </p:cNvCxnSpPr>
            <p:nvPr/>
          </p:nvCxnSpPr>
          <p:spPr>
            <a:xfrm>
              <a:off x="1222898" y="4798869"/>
              <a:ext cx="67199" cy="83674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8ED5D0C-885B-B24A-A888-46A97E08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9176" y="4698968"/>
              <a:ext cx="143200" cy="19795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D13FBE0-DA12-C549-B5E4-A8C6D6F5A5A2}"/>
                </a:ext>
              </a:extLst>
            </p:cNvPr>
            <p:cNvSpPr/>
            <p:nvPr/>
          </p:nvSpPr>
          <p:spPr>
            <a:xfrm>
              <a:off x="1293221" y="4877863"/>
              <a:ext cx="51520" cy="445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181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15131</TotalTime>
  <Words>27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Baris Kasikci</cp:lastModifiedBy>
  <cp:revision>13</cp:revision>
  <cp:lastPrinted>2019-07-12T23:39:41Z</cp:lastPrinted>
  <dcterms:created xsi:type="dcterms:W3CDTF">2019-07-01T21:07:45Z</dcterms:created>
  <dcterms:modified xsi:type="dcterms:W3CDTF">2019-07-15T18:54:11Z</dcterms:modified>
</cp:coreProperties>
</file>