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75"/>
  </p:normalViewPr>
  <p:slideViewPr>
    <p:cSldViewPr snapToGrid="0" snapToObjects="1">
      <p:cViewPr>
        <p:scale>
          <a:sx n="193" d="100"/>
          <a:sy n="193" d="100"/>
        </p:scale>
        <p:origin x="1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9797-080F-8C43-90CD-FC6D2B8B4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CA142-8689-DE4C-BA33-C326DE977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E9CB7-4707-1943-9057-00F0FAD9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369E-BD5B-8F4A-AC34-8F15D2C3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E7F8F-0136-5B48-A499-6F2422DC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7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1AD59-47C6-5445-B899-84D99D27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7260D-4A10-3A4D-B714-139276682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C97C2-6F8F-9E47-BA49-9CA578DB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94C61-FCF6-1040-80DF-4A966C84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4086B-2889-4743-8F24-40AB3141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3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CE3A-379F-0748-A504-3475BFEF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7ECD5-BD73-A44B-99CD-183378B8C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FB9B1-0C06-B44D-9D1F-14394D7C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95B68-BDD2-D648-A4FA-C56AE2DB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CDFA9-CC23-DC45-8E0D-6588EC6E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6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A235-CFF5-5840-A746-1019B88A8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1419F-F5B1-D045-B673-CD98F8445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D284B-606C-6748-9F2D-B5BE2364B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BC69B-3555-5744-876D-E8C8F313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132AE-E5A8-FF40-AA98-4C344F18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E3E44-E37B-304C-BDC1-41DD152B4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31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3CFB-76DC-1C4E-BAB3-FC5F11B1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F1BE-E813-3540-8CFD-A0BEB343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06D6D-2CDC-4043-B25E-7DDCE9EF4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6A840-C918-5E47-852D-6E9BE23FD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50D06-FC5B-D447-938E-B6116BFCD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F7718-9749-A344-BA8B-83E6B584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1B209-0BC2-7E45-B383-F2E1A7FD9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5E42E-A6FE-AA41-81A8-8DA9B6F6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0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F90C-9BE7-9741-A4A4-5126AFF0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68918-EF25-AC4D-A651-9585D459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E4FE4-5B15-BC43-AFEB-90EB8BF6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43B43-2F95-3745-98EE-DBF72297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4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89575-8432-1B49-B32D-F4CBB332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4EAE9-97FE-2D42-AFE1-B09F8CF96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6FFB0-6344-6E4F-B10F-96F97FF2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9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41A9-4569-1543-8BAB-E671CD8B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52EDB-6A9D-C249-B72E-B6DBCB3AA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22213-F144-D74C-9A91-1D339CF71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CF72B-DDE5-B44A-A92B-5616DCEA3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D1E90-3712-D341-BBF2-E6438F55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0BBE8-4D9C-7648-99EA-550F5933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0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A39F-DAA0-1944-BD39-70F81D0C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93487-3553-CB4A-BDFD-1348756E3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28BC6-C0AA-9648-BF13-C89B0D58C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9A9C1-D62D-CF48-AF0B-C0245E6FD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66FAE-8BFC-8647-880A-4DD87E498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A166F-E0EC-954D-BBED-96CE52E5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2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D828-E871-DC47-9BDC-1953B490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6792C-4E68-1C43-9882-8146488C9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8C7-9787-074E-B5EE-050641F6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5A7C8-3C5D-1A4B-92C2-A47BA973C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DDF0E-7A0C-4F41-99C0-5BFA56E8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7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FA891-5B25-334F-9053-E2142EDF7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0442D-4386-2E4B-8C63-7FA15FCC8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0699E-A344-B74B-84CD-0D14DF06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7EA5-0AA2-2C43-B818-5CE0576AF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06966-43B3-6341-865E-93DAA2AB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5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BC98B-6797-1747-BDD6-1A67E0F4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F3748-B6AF-904B-827D-7601C1125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C3B64-54D2-0C4A-80A4-D85F9004B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075A4-79A5-B04B-9012-4FF1A760BDD4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273C3-8D11-0F4A-A1B9-39DF46F44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48385-88CC-DC4E-9083-415B3126B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45F87-E4CB-AC47-8EE9-73F1C9E22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4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27CA06D-4AD9-774F-8226-F7697D6A7062}"/>
              </a:ext>
            </a:extLst>
          </p:cNvPr>
          <p:cNvSpPr txBox="1"/>
          <p:nvPr/>
        </p:nvSpPr>
        <p:spPr>
          <a:xfrm>
            <a:off x="1902492" y="1780515"/>
            <a:ext cx="96180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7 </a:t>
            </a:r>
            <a:r>
              <a:rPr lang="en-US" dirty="0"/>
              <a:t>(x)</a:t>
            </a:r>
          </a:p>
          <a:p>
            <a:r>
              <a:rPr lang="en-US" dirty="0"/>
              <a:t>W</a:t>
            </a:r>
            <a:r>
              <a:rPr lang="en-US" baseline="-25000" dirty="0"/>
              <a:t>8 </a:t>
            </a:r>
            <a:r>
              <a:rPr lang="en-US" dirty="0"/>
              <a:t>(x)</a:t>
            </a:r>
          </a:p>
          <a:p>
            <a:r>
              <a:rPr lang="en-US" dirty="0"/>
              <a:t>W</a:t>
            </a:r>
            <a:r>
              <a:rPr lang="en-US" baseline="-25000" dirty="0"/>
              <a:t>9 </a:t>
            </a:r>
            <a:r>
              <a:rPr lang="en-US" dirty="0"/>
              <a:t>(x)</a:t>
            </a:r>
          </a:p>
          <a:p>
            <a:r>
              <a:rPr lang="en-US" dirty="0" err="1"/>
              <a:t>cv.wait</a:t>
            </a:r>
            <a:r>
              <a:rPr lang="en-US" dirty="0"/>
              <a:t>()</a:t>
            </a:r>
          </a:p>
          <a:p>
            <a:r>
              <a:rPr lang="en-US" dirty="0"/>
              <a:t>W</a:t>
            </a:r>
            <a:r>
              <a:rPr lang="en-US" baseline="-25000" dirty="0"/>
              <a:t>10</a:t>
            </a:r>
            <a:r>
              <a:rPr lang="en-US" dirty="0"/>
              <a:t>(x)</a:t>
            </a:r>
          </a:p>
          <a:p>
            <a:r>
              <a:rPr lang="en-US" dirty="0"/>
              <a:t>W</a:t>
            </a:r>
            <a:r>
              <a:rPr lang="en-US" baseline="-25000" dirty="0"/>
              <a:t>11</a:t>
            </a:r>
            <a:r>
              <a:rPr lang="en-US" dirty="0"/>
              <a:t>(x)</a:t>
            </a:r>
          </a:p>
          <a:p>
            <a:r>
              <a:rPr lang="en-US" dirty="0"/>
              <a:t>W</a:t>
            </a:r>
            <a:r>
              <a:rPr lang="en-US" baseline="-25000" dirty="0"/>
              <a:t>12</a:t>
            </a:r>
            <a:r>
              <a:rPr lang="en-US" dirty="0"/>
              <a:t>(x)</a:t>
            </a:r>
          </a:p>
          <a:p>
            <a:r>
              <a:rPr lang="en-US" dirty="0"/>
              <a:t>W</a:t>
            </a:r>
            <a:r>
              <a:rPr lang="en-US" baseline="-25000" dirty="0"/>
              <a:t>13</a:t>
            </a:r>
            <a:r>
              <a:rPr lang="en-US" dirty="0"/>
              <a:t>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BB5AB-C74B-AB47-86FD-3A0C45A0DFFB}"/>
              </a:ext>
            </a:extLst>
          </p:cNvPr>
          <p:cNvSpPr txBox="1"/>
          <p:nvPr/>
        </p:nvSpPr>
        <p:spPr>
          <a:xfrm>
            <a:off x="240838" y="383620"/>
            <a:ext cx="11035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 (x)</a:t>
            </a:r>
          </a:p>
          <a:p>
            <a:r>
              <a:rPr lang="en-US" dirty="0"/>
              <a:t>R</a:t>
            </a:r>
            <a:r>
              <a:rPr lang="en-US" baseline="-25000" dirty="0"/>
              <a:t>2 </a:t>
            </a:r>
            <a:r>
              <a:rPr lang="en-US" dirty="0"/>
              <a:t>(x)</a:t>
            </a:r>
          </a:p>
          <a:p>
            <a:r>
              <a:rPr lang="en-US" dirty="0"/>
              <a:t>R</a:t>
            </a:r>
            <a:r>
              <a:rPr lang="en-US" baseline="-25000" dirty="0"/>
              <a:t>3 </a:t>
            </a:r>
            <a:r>
              <a:rPr lang="en-US" dirty="0"/>
              <a:t>(x)</a:t>
            </a:r>
          </a:p>
          <a:p>
            <a:r>
              <a:rPr lang="en-US" dirty="0"/>
              <a:t>W</a:t>
            </a:r>
            <a:r>
              <a:rPr lang="en-US" baseline="-25000" dirty="0"/>
              <a:t>4 </a:t>
            </a:r>
            <a:r>
              <a:rPr lang="en-US" dirty="0"/>
              <a:t>(x)</a:t>
            </a:r>
          </a:p>
          <a:p>
            <a:r>
              <a:rPr lang="en-US" dirty="0"/>
              <a:t>W</a:t>
            </a:r>
            <a:r>
              <a:rPr lang="en-US" baseline="-25000" dirty="0"/>
              <a:t>5 </a:t>
            </a:r>
            <a:r>
              <a:rPr lang="en-US" dirty="0"/>
              <a:t>(x)</a:t>
            </a:r>
          </a:p>
          <a:p>
            <a:r>
              <a:rPr lang="en-US" dirty="0"/>
              <a:t>R</a:t>
            </a:r>
            <a:r>
              <a:rPr lang="en-US" baseline="-25000" dirty="0"/>
              <a:t>6 </a:t>
            </a:r>
            <a:r>
              <a:rPr lang="en-US" dirty="0"/>
              <a:t>(x)</a:t>
            </a:r>
          </a:p>
          <a:p>
            <a:r>
              <a:rPr lang="en-US" dirty="0" err="1"/>
              <a:t>cv.signal</a:t>
            </a:r>
            <a:r>
              <a:rPr lang="en-US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D65FC-7619-2844-8613-71D24F1C8D63}"/>
              </a:ext>
            </a:extLst>
          </p:cNvPr>
          <p:cNvSpPr txBox="1"/>
          <p:nvPr/>
        </p:nvSpPr>
        <p:spPr>
          <a:xfrm>
            <a:off x="21399" y="14288"/>
            <a:ext cx="102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8AD55F-E944-BF4F-8D1A-6FDA5E1128E0}"/>
              </a:ext>
            </a:extLst>
          </p:cNvPr>
          <p:cNvSpPr txBox="1"/>
          <p:nvPr/>
        </p:nvSpPr>
        <p:spPr>
          <a:xfrm>
            <a:off x="1765906" y="14288"/>
            <a:ext cx="102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12834F-DFD3-604C-B0A1-5F6CB1E9C34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344345" y="2237356"/>
            <a:ext cx="558147" cy="2886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03DC2E1-6383-F445-BE9B-CB5A916C4B7C}"/>
              </a:ext>
            </a:extLst>
          </p:cNvPr>
          <p:cNvSpPr/>
          <p:nvPr/>
        </p:nvSpPr>
        <p:spPr>
          <a:xfrm>
            <a:off x="236596" y="2107095"/>
            <a:ext cx="1107749" cy="260521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26A00F-D7C2-F34F-A142-F1008F1BF451}"/>
              </a:ext>
            </a:extLst>
          </p:cNvPr>
          <p:cNvSpPr/>
          <p:nvPr/>
        </p:nvSpPr>
        <p:spPr>
          <a:xfrm>
            <a:off x="1902493" y="2659160"/>
            <a:ext cx="906969" cy="27619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00B45-13E3-C545-9A1E-5D95949EC074}"/>
              </a:ext>
            </a:extLst>
          </p:cNvPr>
          <p:cNvSpPr/>
          <p:nvPr/>
        </p:nvSpPr>
        <p:spPr>
          <a:xfrm>
            <a:off x="242427" y="1555804"/>
            <a:ext cx="1107749" cy="24421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B5FB13-D8D5-1C4E-A7CF-0101EAFCFEF2}"/>
              </a:ext>
            </a:extLst>
          </p:cNvPr>
          <p:cNvSpPr/>
          <p:nvPr/>
        </p:nvSpPr>
        <p:spPr>
          <a:xfrm>
            <a:off x="1901742" y="1851521"/>
            <a:ext cx="907720" cy="24421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8FC0F0-B1F9-6949-A6C0-8DF5005EEA6D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1350176" y="1677913"/>
            <a:ext cx="551566" cy="2957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7AE841D-B2F4-8249-98CC-2902734A0C22}"/>
              </a:ext>
            </a:extLst>
          </p:cNvPr>
          <p:cNvSpPr txBox="1"/>
          <p:nvPr/>
        </p:nvSpPr>
        <p:spPr>
          <a:xfrm>
            <a:off x="1423387" y="1399282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86B84B-4788-874A-8399-090E17A9C05E}"/>
              </a:ext>
            </a:extLst>
          </p:cNvPr>
          <p:cNvSpPr txBox="1"/>
          <p:nvPr/>
        </p:nvSpPr>
        <p:spPr>
          <a:xfrm>
            <a:off x="1307580" y="23262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HB</a:t>
            </a:r>
          </a:p>
        </p:txBody>
      </p:sp>
    </p:spTree>
    <p:extLst>
      <p:ext uri="{BB962C8B-B14F-4D97-AF65-F5344CB8AC3E}">
        <p14:creationId xmlns:p14="http://schemas.microsoft.com/office/powerpoint/2010/main" val="55505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5122</TotalTime>
  <Words>66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11</cp:revision>
  <cp:lastPrinted>2019-07-12T15:34:46Z</cp:lastPrinted>
  <dcterms:created xsi:type="dcterms:W3CDTF">2019-07-09T02:54:19Z</dcterms:created>
  <dcterms:modified xsi:type="dcterms:W3CDTF">2019-07-12T16:16:42Z</dcterms:modified>
</cp:coreProperties>
</file>