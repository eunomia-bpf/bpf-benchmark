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07"/>
  </p:normalViewPr>
  <p:slideViewPr>
    <p:cSldViewPr snapToGrid="0" snapToObjects="1">
      <p:cViewPr>
        <p:scale>
          <a:sx n="105" d="100"/>
          <a:sy n="105" d="100"/>
        </p:scale>
        <p:origin x="8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FA832-DCA1-8444-8C58-81EEFA21A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BAD8C-02B5-2A4F-853E-52214E01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D546C-C248-7B47-8FA8-43063ED08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D733-9016-2C4F-A553-6D4A650BC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6C973-812E-F341-A97A-8E3703695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4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B84F5-634E-4A4A-BB1C-C5D50C4F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513E1-366A-924F-A54D-5621ABD8D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D90CA-8A97-A849-A656-0D7CF91B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0826C-E75B-654B-87EB-A8DB5E8CB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52F1A-989E-CB4E-854D-43F80F3C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7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D5A6-26D8-5647-9CE9-EFF2E1941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9C158-0D27-8A46-9A53-6F53E06DF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8CF89-06CD-6E47-ACA2-836FF771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0C2AD-A41F-BF4D-9EA5-24B132F3D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A6962-1F25-484C-991D-21ED6E8C0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8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BDF55-8478-8D46-903B-47C983B75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1D3F8-6391-8E4C-ADA6-1EEE275F0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118D3-867C-5C41-AD07-6617AF14C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3FC39-795F-AE41-8BAA-1DDD9B6FF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39FCC-1ADD-EA46-AD82-38687A399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9986B-75B9-6242-9FD2-72976CE2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1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95FFD-66B7-7847-8F94-390FC771D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9DE7-3283-7542-A7F9-FA95E11B5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B3992-247B-D648-8A5E-B9BBB76AA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60E03-4897-204C-9EB3-A6EFB6A13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BB30E-EA6D-1145-9F67-B57BAE974D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E3BD7-0522-214D-BEEF-EE364103E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F88515-AB85-FD44-9113-30CDFD4A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FFEB6-E1DC-114E-9846-E96D1482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3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D4C2-327E-4A46-8AFF-DCB411D19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040EE-795C-4F48-8DDA-F53A5CD4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53219-24E7-4F4D-BE55-872B0BF6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7B9257-2E9F-A840-9B0F-350EADC4B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E35205-48F4-CD44-84A6-FC29250B8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A3BBB-2FAA-7C43-9522-CC0798A0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01435-F3E3-4940-893B-FEDBCF5D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36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67BA2-E5C4-9B43-BF90-DAFCA876B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BCB8B-D1AB-114E-8CA2-3527C4A75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D976D-3A1F-8E48-B2B5-72C16A99C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56BC0-D7E8-594A-82D4-6D7ABB9D5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07930-5772-864C-9225-785942BE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8520F-C009-3D4E-8AF8-268A36BE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0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C9AF-2ED1-4047-829C-4577EF4AF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8F329-490D-D143-86C2-4132657C5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708A7-D4DD-C646-821D-AEC53AB5E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D8473-C4AF-E64D-B0CE-253B5635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6B5A2-F00B-0741-A1F5-8307A97C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339B0-9A6A-104D-B62A-E4328650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2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C52B-4336-A044-BC70-2438E6ED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6DE37-8A79-F548-B69B-9659DA5A8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7E9AE-8A7E-4B41-9C67-47602A3D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12262-A70C-1D4F-BEDB-D0E9D032A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567A5-8C5F-264B-9524-641897FC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1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8E710E-4317-EC47-B021-A3F9FBB81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FAAB7-5E93-B64C-97F4-86DAD1067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4681-5ACF-C34E-B89E-D46E63DC4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765C6-A0C8-D147-9E7D-EDC5A1AC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496EF-312C-F447-A7A5-33BABBA6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53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5A5193-C2D9-3348-9A1E-4F1ED061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B7C98-7682-8348-8A6A-D64970D4A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EC21A-1832-3542-88F6-E0ECC70A1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95BBC-E0D6-7348-9025-90B81CA768D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CB62-7F19-7348-BDA1-855EEBFBE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A7FDE-C1B9-334C-B889-6502CBE2E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3BC81-DB71-7446-A691-97EFE10E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3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AA42085-6F29-244D-AF5A-2D587B4BD2C2}"/>
                  </a:ext>
                </a:extLst>
              </p:cNvPr>
              <p:cNvSpPr/>
              <p:nvPr/>
            </p:nvSpPr>
            <p:spPr>
              <a:xfrm>
                <a:off x="4616111" y="577520"/>
                <a:ext cx="914400" cy="914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AA42085-6F29-244D-AF5A-2D587B4BD2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111" y="577520"/>
                <a:ext cx="914400" cy="914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15BC221-35E2-3C47-A3D1-DEBF7F4139F6}"/>
                  </a:ext>
                </a:extLst>
              </p:cNvPr>
              <p:cNvSpPr/>
              <p:nvPr/>
            </p:nvSpPr>
            <p:spPr>
              <a:xfrm>
                <a:off x="2318142" y="3429000"/>
                <a:ext cx="914400" cy="914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15BC221-35E2-3C47-A3D1-DEBF7F4139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142" y="3429000"/>
                <a:ext cx="91440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609B375-D8F6-2E40-8981-9E24A7A11CF4}"/>
                  </a:ext>
                </a:extLst>
              </p:cNvPr>
              <p:cNvSpPr/>
              <p:nvPr/>
            </p:nvSpPr>
            <p:spPr>
              <a:xfrm>
                <a:off x="3890228" y="3429000"/>
                <a:ext cx="914400" cy="914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609B375-D8F6-2E40-8981-9E24A7A11C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228" y="3429000"/>
                <a:ext cx="914400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8702A53-A18D-8D45-9D18-74E47381E3BB}"/>
                  </a:ext>
                </a:extLst>
              </p:cNvPr>
              <p:cNvSpPr/>
              <p:nvPr/>
            </p:nvSpPr>
            <p:spPr>
              <a:xfrm>
                <a:off x="5329802" y="3429000"/>
                <a:ext cx="914400" cy="914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8702A53-A18D-8D45-9D18-74E47381E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02" y="3429000"/>
                <a:ext cx="914400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F309059-7CC7-1643-81A6-C5D453D01018}"/>
                  </a:ext>
                </a:extLst>
              </p:cNvPr>
              <p:cNvSpPr/>
              <p:nvPr/>
            </p:nvSpPr>
            <p:spPr>
              <a:xfrm>
                <a:off x="6901888" y="3416969"/>
                <a:ext cx="914400" cy="914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F309059-7CC7-1643-81A6-C5D453D010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888" y="3416969"/>
                <a:ext cx="914400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3C1D4D-DDD9-1346-9FC5-C5CE015A3FA4}"/>
                  </a:ext>
                </a:extLst>
              </p:cNvPr>
              <p:cNvSpPr/>
              <p:nvPr/>
            </p:nvSpPr>
            <p:spPr>
              <a:xfrm>
                <a:off x="3104185" y="1888965"/>
                <a:ext cx="914400" cy="914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3C1D4D-DDD9-1346-9FC5-C5CE015A3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185" y="1888965"/>
                <a:ext cx="914400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49D052-7C86-4147-8C7D-5506EA332C3C}"/>
                  </a:ext>
                </a:extLst>
              </p:cNvPr>
              <p:cNvSpPr/>
              <p:nvPr/>
            </p:nvSpPr>
            <p:spPr>
              <a:xfrm>
                <a:off x="6115845" y="1876934"/>
                <a:ext cx="914400" cy="914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49D052-7C86-4147-8C7D-5506EA332C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845" y="1876934"/>
                <a:ext cx="914400" cy="91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9A0127-E114-874E-A8D1-51B015DB299E}"/>
              </a:ext>
            </a:extLst>
          </p:cNvPr>
          <p:cNvCxnSpPr>
            <a:stCxn id="4" idx="2"/>
            <a:endCxn id="9" idx="0"/>
          </p:cNvCxnSpPr>
          <p:nvPr/>
        </p:nvCxnSpPr>
        <p:spPr>
          <a:xfrm flipH="1">
            <a:off x="3561385" y="1491920"/>
            <a:ext cx="1511926" cy="3970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73E2E6-13C7-A14A-A2D5-AF630BAA6A6C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5073311" y="1491920"/>
            <a:ext cx="1499734" cy="3850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0A2E16-2B10-F145-BB54-AF3170A2A963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 flipH="1">
            <a:off x="2775342" y="2803365"/>
            <a:ext cx="786043" cy="6256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BC9D44-2640-5448-AB55-7BC49E306525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3561385" y="2803365"/>
            <a:ext cx="786043" cy="6256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300E88-9497-8949-A77C-41FBB5BF7085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flipH="1">
            <a:off x="5787002" y="2791334"/>
            <a:ext cx="786043" cy="637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E4C3786-810C-CD4D-8840-C4B0D010B97D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>
            <a:off x="6573045" y="2791334"/>
            <a:ext cx="786043" cy="6256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435EB8F-82E0-3447-A986-411F9BD98F8F}"/>
              </a:ext>
            </a:extLst>
          </p:cNvPr>
          <p:cNvSpPr txBox="1"/>
          <p:nvPr/>
        </p:nvSpPr>
        <p:spPr>
          <a:xfrm>
            <a:off x="-938784" y="5059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42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B745E32-0E4E-9847-A4C5-97471D654F13}"/>
                  </a:ext>
                </a:extLst>
              </p:cNvPr>
              <p:cNvSpPr/>
              <p:nvPr/>
            </p:nvSpPr>
            <p:spPr>
              <a:xfrm>
                <a:off x="1860879" y="216573"/>
                <a:ext cx="457200" cy="457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B745E32-0E4E-9847-A4C5-97471D654F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79" y="216573"/>
                <a:ext cx="457200" cy="457200"/>
              </a:xfrm>
              <a:prstGeom prst="rect">
                <a:avLst/>
              </a:prstGeom>
              <a:blipFill>
                <a:blip r:embed="rId2"/>
                <a:stretch>
                  <a:fillRect l="-157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6455155-7773-D849-AC36-BD73D5B34BEE}"/>
                  </a:ext>
                </a:extLst>
              </p:cNvPr>
              <p:cNvSpPr/>
              <p:nvPr/>
            </p:nvSpPr>
            <p:spPr>
              <a:xfrm>
                <a:off x="1860879" y="1490637"/>
                <a:ext cx="457200" cy="457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6455155-7773-D849-AC36-BD73D5B34B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79" y="1490637"/>
                <a:ext cx="457200" cy="457200"/>
              </a:xfrm>
              <a:prstGeom prst="rect">
                <a:avLst/>
              </a:prstGeom>
              <a:blipFill>
                <a:blip r:embed="rId3"/>
                <a:stretch>
                  <a:fillRect l="-157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8E1FFB0-BB39-CF4F-84FD-B5D0383DADB3}"/>
                  </a:ext>
                </a:extLst>
              </p:cNvPr>
              <p:cNvSpPr/>
              <p:nvPr/>
            </p:nvSpPr>
            <p:spPr>
              <a:xfrm>
                <a:off x="1403679" y="853605"/>
                <a:ext cx="457200" cy="457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8E1FFB0-BB39-CF4F-84FD-B5D0383DA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79" y="853605"/>
                <a:ext cx="457200" cy="457200"/>
              </a:xfrm>
              <a:prstGeom prst="rect">
                <a:avLst/>
              </a:prstGeom>
              <a:blipFill>
                <a:blip r:embed="rId4"/>
                <a:stretch>
                  <a:fillRect l="-157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6068A4F-C4C1-DA45-B169-67F5D91C4182}"/>
                  </a:ext>
                </a:extLst>
              </p:cNvPr>
              <p:cNvSpPr/>
              <p:nvPr/>
            </p:nvSpPr>
            <p:spPr>
              <a:xfrm>
                <a:off x="2318079" y="853605"/>
                <a:ext cx="457200" cy="457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6068A4F-C4C1-DA45-B169-67F5D91C41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079" y="853605"/>
                <a:ext cx="457200" cy="457200"/>
              </a:xfrm>
              <a:prstGeom prst="rect">
                <a:avLst/>
              </a:prstGeom>
              <a:blipFill>
                <a:blip r:embed="rId5"/>
                <a:stretch>
                  <a:fillRect l="-157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24471D-D169-F441-B7DA-17D272159495}"/>
              </a:ext>
            </a:extLst>
          </p:cNvPr>
          <p:cNvCxnSpPr>
            <a:cxnSpLocks/>
            <a:stCxn id="4" idx="2"/>
            <a:endCxn id="22" idx="0"/>
          </p:cNvCxnSpPr>
          <p:nvPr/>
        </p:nvCxnSpPr>
        <p:spPr>
          <a:xfrm flipH="1">
            <a:off x="1632279" y="673773"/>
            <a:ext cx="457200" cy="179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AB870D-AAEE-D74B-BDD7-9B7B64E660DC}"/>
              </a:ext>
            </a:extLst>
          </p:cNvPr>
          <p:cNvCxnSpPr>
            <a:cxnSpLocks/>
            <a:stCxn id="4" idx="2"/>
            <a:endCxn id="23" idx="0"/>
          </p:cNvCxnSpPr>
          <p:nvPr/>
        </p:nvCxnSpPr>
        <p:spPr>
          <a:xfrm>
            <a:off x="2089479" y="673773"/>
            <a:ext cx="457200" cy="179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A9FA42-F422-1341-8A03-6C2152C270AA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>
            <a:off x="1632279" y="1310805"/>
            <a:ext cx="457200" cy="179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AE672D-55C5-AD41-8DAA-54BF4B52E6F9}"/>
              </a:ext>
            </a:extLst>
          </p:cNvPr>
          <p:cNvCxnSpPr>
            <a:cxnSpLocks/>
            <a:stCxn id="23" idx="2"/>
            <a:endCxn id="21" idx="0"/>
          </p:cNvCxnSpPr>
          <p:nvPr/>
        </p:nvCxnSpPr>
        <p:spPr>
          <a:xfrm flipH="1">
            <a:off x="2089479" y="1310805"/>
            <a:ext cx="457200" cy="179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0E6E489-8BDE-0C4A-BBD5-B35DB808801A}"/>
                  </a:ext>
                </a:extLst>
              </p:cNvPr>
              <p:cNvSpPr/>
              <p:nvPr/>
            </p:nvSpPr>
            <p:spPr>
              <a:xfrm>
                <a:off x="1860879" y="3313341"/>
                <a:ext cx="457200" cy="457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0E6E489-8BDE-0C4A-BBD5-B35DB80880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79" y="3313341"/>
                <a:ext cx="457200" cy="457200"/>
              </a:xfrm>
              <a:prstGeom prst="rect">
                <a:avLst/>
              </a:prstGeom>
              <a:blipFill>
                <a:blip r:embed="rId6"/>
                <a:stretch>
                  <a:fillRect l="-131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A04BC4C-A57C-8D45-9D6F-5E0891966195}"/>
                  </a:ext>
                </a:extLst>
              </p:cNvPr>
              <p:cNvSpPr/>
              <p:nvPr/>
            </p:nvSpPr>
            <p:spPr>
              <a:xfrm>
                <a:off x="1175079" y="4108376"/>
                <a:ext cx="457200" cy="457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A04BC4C-A57C-8D45-9D6F-5E08919661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079" y="4108376"/>
                <a:ext cx="457200" cy="457200"/>
              </a:xfrm>
              <a:prstGeom prst="rect">
                <a:avLst/>
              </a:prstGeom>
              <a:blipFill>
                <a:blip r:embed="rId7"/>
                <a:stretch>
                  <a:fillRect l="-157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D86CD5B-EEAA-4342-93C6-8A31A83DC94B}"/>
                  </a:ext>
                </a:extLst>
              </p:cNvPr>
              <p:cNvSpPr/>
              <p:nvPr/>
            </p:nvSpPr>
            <p:spPr>
              <a:xfrm>
                <a:off x="1860879" y="4108376"/>
                <a:ext cx="457200" cy="457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D86CD5B-EEAA-4342-93C6-8A31A83DC9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79" y="4108376"/>
                <a:ext cx="457200" cy="457200"/>
              </a:xfrm>
              <a:prstGeom prst="rect">
                <a:avLst/>
              </a:prstGeom>
              <a:blipFill>
                <a:blip r:embed="rId8"/>
                <a:stretch>
                  <a:fillRect l="-157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777E1E3-B52B-D942-A520-547EFED607E8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 flipH="1">
            <a:off x="1403679" y="3770541"/>
            <a:ext cx="685800" cy="337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40B83E5-3C0B-9544-9C1F-252424F1988C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>
            <a:off x="2089479" y="3770541"/>
            <a:ext cx="0" cy="337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1D886AE2-5B73-DF42-93DF-2163DACA9E1A}"/>
              </a:ext>
            </a:extLst>
          </p:cNvPr>
          <p:cNvCxnSpPr>
            <a:stCxn id="37" idx="2"/>
            <a:endCxn id="36" idx="0"/>
          </p:cNvCxnSpPr>
          <p:nvPr/>
        </p:nvCxnSpPr>
        <p:spPr>
          <a:xfrm rot="5400000" flipH="1" flipV="1">
            <a:off x="1120461" y="3596559"/>
            <a:ext cx="1252235" cy="685800"/>
          </a:xfrm>
          <a:prstGeom prst="bentConnector5">
            <a:avLst>
              <a:gd name="adj1" fmla="val -18255"/>
              <a:gd name="adj2" fmla="val -63778"/>
              <a:gd name="adj3" fmla="val 11825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0F6317A-684B-754E-AD81-1F503439A8B7}"/>
              </a:ext>
            </a:extLst>
          </p:cNvPr>
          <p:cNvCxnSpPr>
            <a:cxnSpLocks/>
            <a:stCxn id="21" idx="2"/>
            <a:endCxn id="36" idx="0"/>
          </p:cNvCxnSpPr>
          <p:nvPr/>
        </p:nvCxnSpPr>
        <p:spPr>
          <a:xfrm>
            <a:off x="2089479" y="1947837"/>
            <a:ext cx="0" cy="136550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63893024-90AA-5C40-AE73-0EF4B3D8D45E}"/>
              </a:ext>
            </a:extLst>
          </p:cNvPr>
          <p:cNvSpPr/>
          <p:nvPr/>
        </p:nvSpPr>
        <p:spPr>
          <a:xfrm>
            <a:off x="912951" y="186094"/>
            <a:ext cx="2353056" cy="214579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328F3F1-E212-164F-923A-943E0B6AE41A}"/>
              </a:ext>
            </a:extLst>
          </p:cNvPr>
          <p:cNvSpPr/>
          <p:nvPr/>
        </p:nvSpPr>
        <p:spPr>
          <a:xfrm>
            <a:off x="912951" y="2877478"/>
            <a:ext cx="2353056" cy="214579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3C3FC7-8262-F741-BD0B-DB892056100D}"/>
              </a:ext>
            </a:extLst>
          </p:cNvPr>
          <p:cNvSpPr txBox="1"/>
          <p:nvPr/>
        </p:nvSpPr>
        <p:spPr>
          <a:xfrm>
            <a:off x="2182368" y="1926501"/>
            <a:ext cx="1082348" cy="4154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100" dirty="0">
                <a:latin typeface="Palatino" pitchFamily="2" charset="77"/>
                <a:ea typeface="Palatino" pitchFamily="2" charset="77"/>
              </a:rPr>
              <a:t>Phase 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3006F57-D0A7-1141-B156-4B9A6F042C33}"/>
              </a:ext>
            </a:extLst>
          </p:cNvPr>
          <p:cNvSpPr txBox="1"/>
          <p:nvPr/>
        </p:nvSpPr>
        <p:spPr>
          <a:xfrm>
            <a:off x="2179240" y="4594758"/>
            <a:ext cx="1082349" cy="4154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100" dirty="0">
                <a:latin typeface="Palatino" pitchFamily="2" charset="77"/>
                <a:ea typeface="Palatino" pitchFamily="2" charset="77"/>
              </a:rPr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2206359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18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Palatino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Khan, Tanvir Ahmed</dc:creator>
  <cp:lastModifiedBy>Khan, Tanvir Ahmed</cp:lastModifiedBy>
  <cp:revision>12</cp:revision>
  <dcterms:created xsi:type="dcterms:W3CDTF">2019-12-06T17:43:26Z</dcterms:created>
  <dcterms:modified xsi:type="dcterms:W3CDTF">2019-12-06T18:24:11Z</dcterms:modified>
</cp:coreProperties>
</file>